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3" autoAdjust="0"/>
    <p:restoredTop sz="94660"/>
  </p:normalViewPr>
  <p:slideViewPr>
    <p:cSldViewPr>
      <p:cViewPr varScale="1">
        <p:scale>
          <a:sx n="99" d="100"/>
          <a:sy n="99" d="100"/>
        </p:scale>
        <p:origin x="-408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37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41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97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63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73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526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8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11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23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58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61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7BF93-874A-4980-B2A9-78427011B9FE}" type="datetimeFigureOut">
              <a:rPr lang="ko-KR" altLang="en-US" smtClean="0"/>
              <a:t>2017-05-27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53162-FB80-466D-A96D-731519752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76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64704"/>
            <a:ext cx="7753053" cy="5955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게시</a:t>
            </a:r>
            <a:r>
              <a:rPr lang="ko-KR" altLang="en-US" dirty="0"/>
              <a:t>판</a:t>
            </a:r>
          </a:p>
        </p:txBody>
      </p:sp>
    </p:spTree>
    <p:extLst>
      <p:ext uri="{BB962C8B-B14F-4D97-AF65-F5344CB8AC3E}">
        <p14:creationId xmlns:p14="http://schemas.microsoft.com/office/powerpoint/2010/main" val="3047130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게시</a:t>
            </a:r>
            <a:r>
              <a:rPr lang="ko-KR" altLang="en-US" dirty="0"/>
              <a:t>판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75" y="692696"/>
            <a:ext cx="7791971" cy="6089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70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공통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647700"/>
            <a:ext cx="7191375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2115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공통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64704"/>
            <a:ext cx="699135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653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사용자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8" y="847725"/>
            <a:ext cx="572452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7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사용자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847725"/>
            <a:ext cx="6362700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20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컨텐츠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28675"/>
            <a:ext cx="8086725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612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컨텐츠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53" y="863447"/>
            <a:ext cx="7724775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6595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통</a:t>
            </a:r>
            <a:r>
              <a:rPr lang="ko-KR" altLang="en-US" dirty="0"/>
              <a:t>계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629" y="1268760"/>
            <a:ext cx="440055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627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67544" y="260648"/>
            <a:ext cx="3240360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통</a:t>
            </a:r>
            <a:r>
              <a:rPr lang="ko-KR" altLang="en-US" dirty="0"/>
              <a:t>계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41243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627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화면 슬라이드 쇼(4:3)</PresentationFormat>
  <Paragraphs>10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yunho</dc:creator>
  <cp:lastModifiedBy>yunho</cp:lastModifiedBy>
  <cp:revision>2</cp:revision>
  <dcterms:created xsi:type="dcterms:W3CDTF">2017-05-01T00:40:35Z</dcterms:created>
  <dcterms:modified xsi:type="dcterms:W3CDTF">2017-05-27T02:15:52Z</dcterms:modified>
</cp:coreProperties>
</file>