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337" r:id="rId3"/>
    <p:sldId id="339" r:id="rId4"/>
    <p:sldId id="338" r:id="rId5"/>
    <p:sldId id="345" r:id="rId6"/>
    <p:sldId id="386" r:id="rId7"/>
    <p:sldId id="340" r:id="rId8"/>
    <p:sldId id="387" r:id="rId9"/>
    <p:sldId id="388" r:id="rId10"/>
    <p:sldId id="389" r:id="rId11"/>
    <p:sldId id="390" r:id="rId12"/>
    <p:sldId id="391" r:id="rId13"/>
    <p:sldId id="392" r:id="rId14"/>
    <p:sldId id="393" r:id="rId15"/>
    <p:sldId id="394" r:id="rId16"/>
    <p:sldId id="395" r:id="rId17"/>
    <p:sldId id="396" r:id="rId18"/>
    <p:sldId id="398" r:id="rId19"/>
    <p:sldId id="399" r:id="rId20"/>
    <p:sldId id="397" r:id="rId21"/>
    <p:sldId id="400" r:id="rId22"/>
    <p:sldId id="401" r:id="rId23"/>
    <p:sldId id="402" r:id="rId24"/>
    <p:sldId id="403" r:id="rId25"/>
    <p:sldId id="404" r:id="rId26"/>
    <p:sldId id="405" r:id="rId27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91">
          <p15:clr>
            <a:srgbClr val="A4A3A4"/>
          </p15:clr>
        </p15:guide>
        <p15:guide id="2" pos="11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3300"/>
    <a:srgbClr val="ED1701"/>
    <a:srgbClr val="0D52DB"/>
    <a:srgbClr val="0000FF"/>
    <a:srgbClr val="DD5721"/>
    <a:srgbClr val="FE250E"/>
    <a:srgbClr val="E94605"/>
    <a:srgbClr val="C61604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84" autoAdjust="0"/>
    <p:restoredTop sz="98071" autoAdjust="0"/>
  </p:normalViewPr>
  <p:slideViewPr>
    <p:cSldViewPr>
      <p:cViewPr>
        <p:scale>
          <a:sx n="110" d="100"/>
          <a:sy n="110" d="100"/>
        </p:scale>
        <p:origin x="-384" y="-114"/>
      </p:cViewPr>
      <p:guideLst>
        <p:guide orient="horz" pos="391"/>
        <p:guide pos="11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95000"/>
                </a:schemeClr>
              </a:solidFill>
            </c:spPr>
          </c:dPt>
          <c:dPt>
            <c:idx val="1"/>
            <c:bubble3D val="0"/>
            <c:spPr>
              <a:solidFill>
                <a:srgbClr val="E21E80"/>
              </a:solidFill>
            </c:spPr>
          </c:dPt>
          <c:dPt>
            <c:idx val="2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</c:spPr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</c:spPr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8"/>
      </c:doughnutChart>
    </c:plotArea>
    <c:plotVisOnly val="1"/>
    <c:dispBlanksAs val="zero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95000"/>
                </a:schemeClr>
              </a:solidFill>
            </c:spPr>
          </c:dPt>
          <c:dPt>
            <c:idx val="1"/>
            <c:bubble3D val="0"/>
            <c:spPr>
              <a:solidFill>
                <a:srgbClr val="E21E80"/>
              </a:solidFill>
            </c:spPr>
          </c:dPt>
          <c:dPt>
            <c:idx val="2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</c:spPr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</c:spPr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8"/>
      </c:doughnutChart>
    </c:plotArea>
    <c:plotVisOnly val="1"/>
    <c:dispBlanksAs val="zero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95000"/>
                </a:schemeClr>
              </a:solidFill>
            </c:spPr>
          </c:dPt>
          <c:dPt>
            <c:idx val="1"/>
            <c:bubble3D val="0"/>
            <c:spPr>
              <a:solidFill>
                <a:srgbClr val="E21E80"/>
              </a:solidFill>
            </c:spPr>
          </c:dPt>
          <c:dPt>
            <c:idx val="2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</c:spPr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</c:spPr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8"/>
      </c:doughnutChart>
    </c:plotArea>
    <c:plotVisOnly val="1"/>
    <c:dispBlanksAs val="zero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95000"/>
                </a:schemeClr>
              </a:solidFill>
            </c:spPr>
          </c:dPt>
          <c:dPt>
            <c:idx val="1"/>
            <c:bubble3D val="0"/>
            <c:spPr>
              <a:solidFill>
                <a:srgbClr val="E21E80"/>
              </a:solidFill>
            </c:spPr>
          </c:dPt>
          <c:dPt>
            <c:idx val="2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</c:spPr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</c:spPr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8"/>
      </c:doughnutChart>
    </c:plotArea>
    <c:plotVisOnly val="1"/>
    <c:dispBlanksAs val="zero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95000"/>
                </a:schemeClr>
              </a:solidFill>
            </c:spPr>
          </c:dPt>
          <c:dPt>
            <c:idx val="1"/>
            <c:bubble3D val="0"/>
            <c:spPr>
              <a:solidFill>
                <a:srgbClr val="E21E80"/>
              </a:solidFill>
            </c:spPr>
          </c:dPt>
          <c:dPt>
            <c:idx val="2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</c:spPr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</c:spPr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8"/>
      </c:doughnutChart>
    </c:plotArea>
    <c:plotVisOnly val="1"/>
    <c:dispBlanksAs val="zero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95000"/>
                </a:schemeClr>
              </a:solidFill>
            </c:spPr>
          </c:dPt>
          <c:dPt>
            <c:idx val="1"/>
            <c:bubble3D val="0"/>
            <c:spPr>
              <a:solidFill>
                <a:srgbClr val="E21E80"/>
              </a:solidFill>
            </c:spPr>
          </c:dPt>
          <c:dPt>
            <c:idx val="2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</c:spPr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</c:spPr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8"/>
      </c:doughnutChart>
    </c:plotArea>
    <c:plotVisOnly val="1"/>
    <c:dispBlanksAs val="zero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8B0DA9-5624-43C0-BD05-5C366094746A}" type="doc">
      <dgm:prSet loTypeId="urn:microsoft.com/office/officeart/2005/8/layout/orgChart1" loCatId="hierarchy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079D2563-5BDD-42BD-A9B4-3F9DF2BDCF54}">
      <dgm:prSet phldrT="[텍스트]" custT="1"/>
      <dgm:spPr/>
      <dgm:t>
        <a:bodyPr/>
        <a:lstStyle/>
        <a:p>
          <a:pPr latinLnBrk="1"/>
          <a:r>
            <a:rPr lang="ko-KR" altLang="en-US" sz="1000" b="1" dirty="0" smtClean="0"/>
            <a:t>관리자페이지</a:t>
          </a:r>
          <a:endParaRPr lang="ko-KR" altLang="en-US" sz="1000" b="1" dirty="0"/>
        </a:p>
      </dgm:t>
    </dgm:pt>
    <dgm:pt modelId="{82191034-37BE-4360-B5E5-DDF865EF2BA9}" type="parTrans" cxnId="{5FD1E9BB-DD4B-4BDE-9860-B0FD16C8FBC0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C1272F17-1335-41C0-8CC7-087E4CFDF6B4}" type="sibTrans" cxnId="{5FD1E9BB-DD4B-4BDE-9860-B0FD16C8FBC0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6EE3ED07-C87C-4869-A54C-65ACD80885BD}">
      <dgm:prSet phldrT="[텍스트]" custT="1"/>
      <dgm:spPr/>
      <dgm:t>
        <a:bodyPr/>
        <a:lstStyle/>
        <a:p>
          <a:pPr latinLnBrk="1"/>
          <a:r>
            <a:rPr lang="ko-KR" altLang="en-US" sz="1000" b="1" dirty="0" err="1" smtClean="0"/>
            <a:t>컨텐츠관리</a:t>
          </a:r>
          <a:r>
            <a:rPr lang="en-US" altLang="ko-KR" sz="1000" b="1" dirty="0" smtClean="0"/>
            <a:t>(</a:t>
          </a:r>
          <a:r>
            <a:rPr lang="ko-KR" altLang="en-US" sz="1000" b="1" dirty="0" smtClean="0"/>
            <a:t>황</a:t>
          </a:r>
          <a:r>
            <a:rPr lang="en-US" altLang="ko-KR" sz="1000" b="1" dirty="0" smtClean="0"/>
            <a:t>)</a:t>
          </a:r>
          <a:endParaRPr lang="ko-KR" altLang="en-US" sz="1000" b="1" dirty="0"/>
        </a:p>
      </dgm:t>
    </dgm:pt>
    <dgm:pt modelId="{2FF5934F-8E6A-4FE8-B131-E7B6DBF24044}" type="parTrans" cxnId="{6ADB624B-2C67-460E-A019-D1960801CAB9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4301D955-BFC6-469D-B29C-85BDD067D661}" type="sibTrans" cxnId="{6ADB624B-2C67-460E-A019-D1960801CAB9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5BCBA80F-70CC-44EA-B314-360BA39F2B7F}">
      <dgm:prSet phldrT="[텍스트]" custT="1"/>
      <dgm:spPr/>
      <dgm:t>
        <a:bodyPr/>
        <a:lstStyle/>
        <a:p>
          <a:pPr latinLnBrk="1"/>
          <a:r>
            <a:rPr lang="ko-KR" altLang="en-US" sz="1000" b="1" dirty="0" smtClean="0"/>
            <a:t>게시판관리</a:t>
          </a:r>
          <a:r>
            <a:rPr lang="en-US" altLang="ko-KR" sz="1000" b="1" dirty="0" smtClean="0"/>
            <a:t>(</a:t>
          </a:r>
          <a:r>
            <a:rPr lang="ko-KR" altLang="en-US" sz="1000" b="1" dirty="0" smtClean="0"/>
            <a:t>조</a:t>
          </a:r>
          <a:r>
            <a:rPr lang="en-US" altLang="ko-KR" sz="1000" b="1" dirty="0" smtClean="0"/>
            <a:t>)</a:t>
          </a:r>
          <a:endParaRPr lang="ko-KR" altLang="en-US" sz="1000" b="1" dirty="0"/>
        </a:p>
      </dgm:t>
    </dgm:pt>
    <dgm:pt modelId="{10D6C4F6-4435-44A1-9BD0-7C913F3AF601}" type="parTrans" cxnId="{E76BCD02-7200-48B8-A8C1-EB305F165A93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B3D07545-8E5D-4D29-A8FE-500F1C9D86EC}" type="sibTrans" cxnId="{E76BCD02-7200-48B8-A8C1-EB305F165A93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D8A1A04F-8CB6-417B-8428-7F2E464DE7DB}">
      <dgm:prSet phldrT="[텍스트]" custT="1"/>
      <dgm:spPr/>
      <dgm:t>
        <a:bodyPr/>
        <a:lstStyle/>
        <a:p>
          <a:pPr latinLnBrk="1"/>
          <a:r>
            <a:rPr lang="ko-KR" altLang="en-US" sz="1000" b="1" dirty="0" smtClean="0"/>
            <a:t>시스템관리</a:t>
          </a:r>
          <a:r>
            <a:rPr lang="en-US" altLang="ko-KR" sz="1000" b="1" dirty="0" smtClean="0"/>
            <a:t>(</a:t>
          </a:r>
          <a:r>
            <a:rPr lang="ko-KR" altLang="en-US" sz="1000" b="1" dirty="0" smtClean="0"/>
            <a:t>조</a:t>
          </a:r>
          <a:r>
            <a:rPr lang="en-US" altLang="ko-KR" sz="1000" b="1" dirty="0" smtClean="0"/>
            <a:t>)</a:t>
          </a:r>
          <a:endParaRPr lang="ko-KR" altLang="en-US" sz="1000" b="1" dirty="0"/>
        </a:p>
      </dgm:t>
    </dgm:pt>
    <dgm:pt modelId="{CE70F3F6-D58D-44F4-A3F9-68BEEDF4A67A}" type="parTrans" cxnId="{4654D90C-754A-48E8-8A49-BA1293096B3A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FFF0DEEA-782E-4362-84AE-1A9A1A37BAEC}" type="sibTrans" cxnId="{4654D90C-754A-48E8-8A49-BA1293096B3A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2932F401-005D-417C-A7A5-11393617A03D}">
      <dgm:prSet custT="1"/>
      <dgm:spPr/>
      <dgm:t>
        <a:bodyPr/>
        <a:lstStyle/>
        <a:p>
          <a:pPr latinLnBrk="1"/>
          <a:r>
            <a:rPr lang="ko-KR" altLang="en-US" sz="1000" b="1" dirty="0" smtClean="0"/>
            <a:t>배너관리</a:t>
          </a:r>
          <a:endParaRPr lang="ko-KR" altLang="en-US" sz="1000" b="1" dirty="0"/>
        </a:p>
      </dgm:t>
    </dgm:pt>
    <dgm:pt modelId="{6C2D7162-3F31-4C3C-AE00-385B758727A6}" type="parTrans" cxnId="{02FFC959-8354-43B6-B58A-460073B2DACB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EC6831E9-6020-4461-98C2-D796F7027C88}" type="sibTrans" cxnId="{02FFC959-8354-43B6-B58A-460073B2DACB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6885DC95-91D8-44C8-AB98-4C38CB079C35}">
      <dgm:prSet custT="1"/>
      <dgm:spPr/>
      <dgm:t>
        <a:bodyPr/>
        <a:lstStyle/>
        <a:p>
          <a:pPr latinLnBrk="1"/>
          <a:r>
            <a:rPr lang="ko-KR" altLang="en-US" sz="1000" b="1" dirty="0" smtClean="0"/>
            <a:t>팝업관리</a:t>
          </a:r>
          <a:endParaRPr lang="ko-KR" altLang="en-US" sz="1000" b="1" dirty="0"/>
        </a:p>
      </dgm:t>
    </dgm:pt>
    <dgm:pt modelId="{CAA17787-CAE6-4B9E-8E68-81931C743064}" type="parTrans" cxnId="{24E04A94-7D41-4130-A5EF-996AA650D724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8AE94325-841A-466E-97C0-AA852CD4D9F7}" type="sibTrans" cxnId="{24E04A94-7D41-4130-A5EF-996AA650D724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1EEB3E38-0443-4340-9413-C02D6EAC1E9C}">
      <dgm:prSet custT="1"/>
      <dgm:spPr/>
      <dgm:t>
        <a:bodyPr/>
        <a:lstStyle/>
        <a:p>
          <a:pPr latinLnBrk="1"/>
          <a:r>
            <a:rPr lang="ko-KR" altLang="en-US" sz="1000" b="1" dirty="0" smtClean="0"/>
            <a:t>임원정보관리</a:t>
          </a:r>
          <a:endParaRPr lang="ko-KR" altLang="en-US" sz="1000" b="1" dirty="0"/>
        </a:p>
      </dgm:t>
    </dgm:pt>
    <dgm:pt modelId="{563D15AB-F5A8-4325-9376-56353CFB41C0}" type="parTrans" cxnId="{2D97DCB3-7058-44F4-8188-964D187942F0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AD1CA48A-9D8B-4DC6-9025-58F48BCCA5A3}" type="sibTrans" cxnId="{2D97DCB3-7058-44F4-8188-964D187942F0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5F0BECE9-7A43-4C29-8E5A-1C006BA6E961}">
      <dgm:prSet custT="1"/>
      <dgm:spPr/>
      <dgm:t>
        <a:bodyPr/>
        <a:lstStyle/>
        <a:p>
          <a:pPr latinLnBrk="1"/>
          <a:r>
            <a:rPr lang="ko-KR" altLang="en-US" sz="1000" b="1" dirty="0" err="1" smtClean="0"/>
            <a:t>지회관리</a:t>
          </a:r>
          <a:endParaRPr lang="ko-KR" altLang="en-US" sz="1000" b="1" dirty="0"/>
        </a:p>
      </dgm:t>
    </dgm:pt>
    <dgm:pt modelId="{F73E8672-65E8-43B3-A26F-F47ABAFCA995}" type="parTrans" cxnId="{EA2CF655-C85E-4E53-A0F4-434ED51FF942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3D89FC89-E3CC-4383-BE11-8EECF215752B}" type="sibTrans" cxnId="{EA2CF655-C85E-4E53-A0F4-434ED51FF942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429E44BD-B686-4BE5-95F4-2FED19ABE8BF}">
      <dgm:prSet custT="1"/>
      <dgm:spPr/>
      <dgm:t>
        <a:bodyPr/>
        <a:lstStyle/>
        <a:p>
          <a:pPr latinLnBrk="1"/>
          <a:r>
            <a:rPr lang="ko-KR" altLang="en-US" sz="1000" b="1" dirty="0" smtClean="0"/>
            <a:t>게시판목록관리</a:t>
          </a:r>
          <a:endParaRPr lang="ko-KR" altLang="en-US" sz="1000" b="1" dirty="0"/>
        </a:p>
      </dgm:t>
    </dgm:pt>
    <dgm:pt modelId="{E09E6B85-58E3-42A4-ADE4-9A4126950C10}" type="parTrans" cxnId="{2A68F7AA-6074-472A-852D-A87BCEEE619B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5FB15EF7-0E3A-4A71-BB45-D73978714790}" type="sibTrans" cxnId="{2A68F7AA-6074-472A-852D-A87BCEEE619B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516C4D11-4FD1-4AA0-BB21-D0B219014409}">
      <dgm:prSet custT="1"/>
      <dgm:spPr/>
      <dgm:t>
        <a:bodyPr/>
        <a:lstStyle/>
        <a:p>
          <a:pPr latinLnBrk="1"/>
          <a:r>
            <a:rPr lang="ko-KR" altLang="en-US" sz="1000" b="1" dirty="0" smtClean="0"/>
            <a:t>관리자정보관리</a:t>
          </a:r>
          <a:endParaRPr lang="ko-KR" altLang="en-US" sz="1000" b="1" dirty="0"/>
        </a:p>
      </dgm:t>
    </dgm:pt>
    <dgm:pt modelId="{94FB42AA-68FA-4463-BF78-D0B51B09A4BC}" type="parTrans" cxnId="{301F4977-920D-4F8E-9E75-691C1C8C203F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C3ACA1C8-6C52-4F4C-ABED-0480E2C40111}" type="sibTrans" cxnId="{301F4977-920D-4F8E-9E75-691C1C8C203F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288E3C62-507D-4EDC-A24B-3495D44F1AA5}">
      <dgm:prSet custT="1"/>
      <dgm:spPr/>
      <dgm:t>
        <a:bodyPr/>
        <a:lstStyle/>
        <a:p>
          <a:pPr latinLnBrk="1"/>
          <a:r>
            <a:rPr lang="ko-KR" altLang="en-US" sz="1000" b="1" dirty="0" smtClean="0"/>
            <a:t>공지관리</a:t>
          </a:r>
          <a:endParaRPr lang="ko-KR" altLang="en-US" sz="1000" b="1" dirty="0"/>
        </a:p>
      </dgm:t>
    </dgm:pt>
    <dgm:pt modelId="{D68989B5-EEA6-4506-927C-FD2E82123F8E}" type="parTrans" cxnId="{029897DF-7600-4A31-B51B-39F070386A86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9D626431-40A4-4EAD-962A-A6B15A765BC1}" type="sibTrans" cxnId="{029897DF-7600-4A31-B51B-39F070386A86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7C22D443-28B5-4085-AF2F-C9123824264E}">
      <dgm:prSet custT="1"/>
      <dgm:spPr/>
      <dgm:t>
        <a:bodyPr/>
        <a:lstStyle/>
        <a:p>
          <a:pPr latinLnBrk="1"/>
          <a:r>
            <a:rPr lang="ko-KR" altLang="en-US" sz="1000" b="1" dirty="0" smtClean="0"/>
            <a:t>코드관리</a:t>
          </a:r>
          <a:endParaRPr lang="ko-KR" altLang="en-US" sz="1000" b="1" dirty="0"/>
        </a:p>
      </dgm:t>
    </dgm:pt>
    <dgm:pt modelId="{35C435CD-65F5-4BA3-B219-AB031AE88799}" type="parTrans" cxnId="{6CB75529-932F-49FE-B04E-1389D5DF3A0B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84C6A70E-12A1-425D-ADD0-AA5D667265B0}" type="sibTrans" cxnId="{6CB75529-932F-49FE-B04E-1389D5DF3A0B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757ABE1B-317F-4EA8-AB10-8F9C86620510}">
      <dgm:prSet custT="1"/>
      <dgm:spPr/>
      <dgm:t>
        <a:bodyPr/>
        <a:lstStyle/>
        <a:p>
          <a:pPr latinLnBrk="1"/>
          <a:r>
            <a:rPr lang="ko-KR" altLang="en-US" sz="1000" b="1" dirty="0" smtClean="0"/>
            <a:t>환경변수관리</a:t>
          </a:r>
          <a:endParaRPr lang="ko-KR" altLang="en-US" sz="1000" b="1" dirty="0"/>
        </a:p>
      </dgm:t>
    </dgm:pt>
    <dgm:pt modelId="{21F5CBA8-9609-41F9-8128-A5C7894C3777}" type="parTrans" cxnId="{D142A25C-6808-48A3-96D5-0E87C070DAAD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0F263AC6-E805-45EA-92F9-D06E970346BB}" type="sibTrans" cxnId="{D142A25C-6808-48A3-96D5-0E87C070DAAD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5B6E8590-3653-444A-9051-B9B33A05F222}">
      <dgm:prSet custT="1"/>
      <dgm:spPr/>
      <dgm:t>
        <a:bodyPr/>
        <a:lstStyle/>
        <a:p>
          <a:pPr latinLnBrk="1"/>
          <a:r>
            <a:rPr lang="en-US" altLang="ko-KR" sz="1050" b="1" dirty="0" smtClean="0"/>
            <a:t>FAQ</a:t>
          </a:r>
          <a:r>
            <a:rPr lang="ko-KR" altLang="en-US" sz="1050" b="1" dirty="0" smtClean="0"/>
            <a:t>관리</a:t>
          </a:r>
          <a:endParaRPr lang="ko-KR" altLang="en-US" sz="1050" b="1" dirty="0"/>
        </a:p>
      </dgm:t>
    </dgm:pt>
    <dgm:pt modelId="{E17DD5AC-BB9D-46CD-BB9C-A9383EA4B920}" type="parTrans" cxnId="{AD7539AF-7B4B-4D55-9768-2DF5C6C9BDFE}">
      <dgm:prSet/>
      <dgm:spPr/>
      <dgm:t>
        <a:bodyPr/>
        <a:lstStyle/>
        <a:p>
          <a:pPr latinLnBrk="1"/>
          <a:endParaRPr lang="ko-KR" altLang="en-US"/>
        </a:p>
      </dgm:t>
    </dgm:pt>
    <dgm:pt modelId="{040517BF-7D52-4E40-9EDD-F973A694724E}" type="sibTrans" cxnId="{AD7539AF-7B4B-4D55-9768-2DF5C6C9BDFE}">
      <dgm:prSet/>
      <dgm:spPr/>
      <dgm:t>
        <a:bodyPr/>
        <a:lstStyle/>
        <a:p>
          <a:pPr latinLnBrk="1"/>
          <a:endParaRPr lang="ko-KR" altLang="en-US"/>
        </a:p>
      </dgm:t>
    </dgm:pt>
    <dgm:pt modelId="{2148D23F-1D8C-4AD6-B5E7-9DD08648297B}">
      <dgm:prSet custT="1"/>
      <dgm:spPr/>
      <dgm:t>
        <a:bodyPr/>
        <a:lstStyle/>
        <a:p>
          <a:pPr latinLnBrk="1"/>
          <a:r>
            <a:rPr lang="ko-KR" altLang="en-US" sz="1050" b="1" dirty="0" err="1" smtClean="0"/>
            <a:t>게시글관리</a:t>
          </a:r>
          <a:endParaRPr lang="ko-KR" altLang="en-US" sz="1050" b="1" dirty="0"/>
        </a:p>
      </dgm:t>
    </dgm:pt>
    <dgm:pt modelId="{008B588D-23DF-4A2A-9C16-A8BA5AC2417F}" type="parTrans" cxnId="{FA6A1133-4E4F-4595-989A-E055E88AAD59}">
      <dgm:prSet/>
      <dgm:spPr/>
      <dgm:t>
        <a:bodyPr/>
        <a:lstStyle/>
        <a:p>
          <a:pPr latinLnBrk="1"/>
          <a:endParaRPr lang="ko-KR" altLang="en-US"/>
        </a:p>
      </dgm:t>
    </dgm:pt>
    <dgm:pt modelId="{0053E44B-8E63-418F-9C26-C79FC16FFD5E}" type="sibTrans" cxnId="{FA6A1133-4E4F-4595-989A-E055E88AAD59}">
      <dgm:prSet/>
      <dgm:spPr/>
      <dgm:t>
        <a:bodyPr/>
        <a:lstStyle/>
        <a:p>
          <a:pPr latinLnBrk="1"/>
          <a:endParaRPr lang="ko-KR" altLang="en-US"/>
        </a:p>
      </dgm:t>
    </dgm:pt>
    <dgm:pt modelId="{C6F6AEDC-9A4F-4C7D-9D1A-A279532F3CD8}">
      <dgm:prSet custT="1"/>
      <dgm:spPr/>
      <dgm:t>
        <a:bodyPr/>
        <a:lstStyle/>
        <a:p>
          <a:pPr latinLnBrk="1"/>
          <a:r>
            <a:rPr lang="ko-KR" altLang="en-US" sz="1000" b="1" dirty="0" smtClean="0"/>
            <a:t>교육관리</a:t>
          </a:r>
          <a:endParaRPr lang="ko-KR" altLang="en-US" sz="1000" b="1" dirty="0"/>
        </a:p>
      </dgm:t>
    </dgm:pt>
    <dgm:pt modelId="{7EC996A3-53A1-497B-8FB9-5713D3C1DC70}" type="parTrans" cxnId="{1F75DD63-C113-41F5-BA53-877A2FE2E622}">
      <dgm:prSet/>
      <dgm:spPr/>
      <dgm:t>
        <a:bodyPr/>
        <a:lstStyle/>
        <a:p>
          <a:pPr latinLnBrk="1"/>
          <a:endParaRPr lang="ko-KR" altLang="en-US"/>
        </a:p>
      </dgm:t>
    </dgm:pt>
    <dgm:pt modelId="{7064E9A4-D549-4050-B208-04AD72F2578B}" type="sibTrans" cxnId="{1F75DD63-C113-41F5-BA53-877A2FE2E622}">
      <dgm:prSet/>
      <dgm:spPr/>
      <dgm:t>
        <a:bodyPr/>
        <a:lstStyle/>
        <a:p>
          <a:pPr latinLnBrk="1"/>
          <a:endParaRPr lang="ko-KR" altLang="en-US"/>
        </a:p>
      </dgm:t>
    </dgm:pt>
    <dgm:pt modelId="{EF0118EA-B207-48B5-8406-6801FF223239}">
      <dgm:prSet custT="1"/>
      <dgm:spPr/>
      <dgm:t>
        <a:bodyPr/>
        <a:lstStyle/>
        <a:p>
          <a:pPr latinLnBrk="1"/>
          <a:r>
            <a:rPr lang="ko-KR" altLang="en-US" sz="1000" b="1" dirty="0" smtClean="0"/>
            <a:t>교육일정관리</a:t>
          </a:r>
          <a:endParaRPr lang="ko-KR" altLang="en-US" sz="1000" b="1" dirty="0"/>
        </a:p>
      </dgm:t>
    </dgm:pt>
    <dgm:pt modelId="{DF17B767-309B-4F0A-BD1A-836EAE6809D0}" type="parTrans" cxnId="{4533695D-FE42-4DBD-96C4-45A927D42737}">
      <dgm:prSet/>
      <dgm:spPr/>
      <dgm:t>
        <a:bodyPr/>
        <a:lstStyle/>
        <a:p>
          <a:pPr latinLnBrk="1"/>
          <a:endParaRPr lang="ko-KR" altLang="en-US"/>
        </a:p>
      </dgm:t>
    </dgm:pt>
    <dgm:pt modelId="{AE257D0E-D0DD-4345-8D08-B5289D31312A}" type="sibTrans" cxnId="{4533695D-FE42-4DBD-96C4-45A927D42737}">
      <dgm:prSet/>
      <dgm:spPr/>
      <dgm:t>
        <a:bodyPr/>
        <a:lstStyle/>
        <a:p>
          <a:pPr latinLnBrk="1"/>
          <a:endParaRPr lang="ko-KR" altLang="en-US"/>
        </a:p>
      </dgm:t>
    </dgm:pt>
    <dgm:pt modelId="{3448BEDD-4E90-483A-BAA9-4FB78ECFE6C5}">
      <dgm:prSet custT="1"/>
      <dgm:spPr/>
      <dgm:t>
        <a:bodyPr/>
        <a:lstStyle/>
        <a:p>
          <a:pPr latinLnBrk="1"/>
          <a:r>
            <a:rPr lang="ko-KR" altLang="en-US" sz="1050" b="1" dirty="0" smtClean="0"/>
            <a:t>문의관리</a:t>
          </a:r>
          <a:endParaRPr lang="ko-KR" altLang="en-US" sz="1050" b="1" dirty="0"/>
        </a:p>
      </dgm:t>
    </dgm:pt>
    <dgm:pt modelId="{CF2CD650-B767-4BEA-8BBE-C2B2E3933836}" type="parTrans" cxnId="{34ED1D18-704D-4E00-97D0-53788B98A110}">
      <dgm:prSet/>
      <dgm:spPr/>
      <dgm:t>
        <a:bodyPr/>
        <a:lstStyle/>
        <a:p>
          <a:pPr latinLnBrk="1"/>
          <a:endParaRPr lang="ko-KR" altLang="en-US"/>
        </a:p>
      </dgm:t>
    </dgm:pt>
    <dgm:pt modelId="{BD3F6C24-CE0B-46CC-9848-FEC61EA347A4}" type="sibTrans" cxnId="{34ED1D18-704D-4E00-97D0-53788B98A110}">
      <dgm:prSet/>
      <dgm:spPr/>
      <dgm:t>
        <a:bodyPr/>
        <a:lstStyle/>
        <a:p>
          <a:pPr latinLnBrk="1"/>
          <a:endParaRPr lang="ko-KR" altLang="en-US"/>
        </a:p>
      </dgm:t>
    </dgm:pt>
    <dgm:pt modelId="{8A139E59-A504-46F1-84C5-AC245720D4D6}">
      <dgm:prSet custT="1"/>
      <dgm:spPr/>
      <dgm:t>
        <a:bodyPr/>
        <a:lstStyle/>
        <a:p>
          <a:pPr latinLnBrk="1"/>
          <a:r>
            <a:rPr lang="ko-KR" altLang="en-US" sz="1000" b="1" dirty="0" smtClean="0"/>
            <a:t>통계</a:t>
          </a:r>
          <a:r>
            <a:rPr lang="en-US" altLang="ko-KR" sz="1000" b="1" dirty="0" smtClean="0"/>
            <a:t>(</a:t>
          </a:r>
          <a:r>
            <a:rPr lang="ko-KR" altLang="en-US" sz="1000" b="1" dirty="0" smtClean="0"/>
            <a:t>황</a:t>
          </a:r>
          <a:r>
            <a:rPr lang="en-US" altLang="ko-KR" sz="1000" b="1" dirty="0" smtClean="0"/>
            <a:t>)</a:t>
          </a:r>
          <a:endParaRPr lang="ko-KR" altLang="en-US" sz="1000" b="1" dirty="0"/>
        </a:p>
      </dgm:t>
    </dgm:pt>
    <dgm:pt modelId="{DD3DBCF4-F741-45F4-9FC2-0787FB9FE26B}" type="parTrans" cxnId="{DF0E2C5D-E850-4027-B6D2-3819BC420D9C}">
      <dgm:prSet/>
      <dgm:spPr/>
      <dgm:t>
        <a:bodyPr/>
        <a:lstStyle/>
        <a:p>
          <a:pPr latinLnBrk="1"/>
          <a:endParaRPr lang="ko-KR" altLang="en-US"/>
        </a:p>
      </dgm:t>
    </dgm:pt>
    <dgm:pt modelId="{A4A7CEBB-8537-48F5-8CBF-0D080A2039EC}" type="sibTrans" cxnId="{DF0E2C5D-E850-4027-B6D2-3819BC420D9C}">
      <dgm:prSet/>
      <dgm:spPr/>
      <dgm:t>
        <a:bodyPr/>
        <a:lstStyle/>
        <a:p>
          <a:pPr latinLnBrk="1"/>
          <a:endParaRPr lang="ko-KR" altLang="en-US"/>
        </a:p>
      </dgm:t>
    </dgm:pt>
    <dgm:pt modelId="{201F5481-46A1-4D8B-BDA4-47BE8E10DEB6}">
      <dgm:prSet custT="1"/>
      <dgm:spPr/>
      <dgm:t>
        <a:bodyPr/>
        <a:lstStyle/>
        <a:p>
          <a:pPr latinLnBrk="1"/>
          <a:r>
            <a:rPr lang="ko-KR" altLang="en-US" sz="1000" b="1" dirty="0" err="1" smtClean="0"/>
            <a:t>일별접속자통계</a:t>
          </a:r>
          <a:endParaRPr lang="ko-KR" altLang="en-US" sz="1000" b="1" dirty="0"/>
        </a:p>
      </dgm:t>
    </dgm:pt>
    <dgm:pt modelId="{4FED30D1-D67B-4BA6-9292-7E1ED01BED6E}" type="parTrans" cxnId="{C834C5D6-193F-4349-99AB-C49DBCC1026F}">
      <dgm:prSet/>
      <dgm:spPr/>
      <dgm:t>
        <a:bodyPr/>
        <a:lstStyle/>
        <a:p>
          <a:pPr latinLnBrk="1"/>
          <a:endParaRPr lang="ko-KR" altLang="en-US"/>
        </a:p>
      </dgm:t>
    </dgm:pt>
    <dgm:pt modelId="{42AF74A3-4792-49C0-9BFC-59E95E0A986E}" type="sibTrans" cxnId="{C834C5D6-193F-4349-99AB-C49DBCC1026F}">
      <dgm:prSet/>
      <dgm:spPr/>
      <dgm:t>
        <a:bodyPr/>
        <a:lstStyle/>
        <a:p>
          <a:pPr latinLnBrk="1"/>
          <a:endParaRPr lang="ko-KR" altLang="en-US"/>
        </a:p>
      </dgm:t>
    </dgm:pt>
    <dgm:pt modelId="{E2CBB947-54E0-4FB9-9919-29C13D32833F}">
      <dgm:prSet custT="1"/>
      <dgm:spPr/>
      <dgm:t>
        <a:bodyPr/>
        <a:lstStyle/>
        <a:p>
          <a:pPr latinLnBrk="1"/>
          <a:r>
            <a:rPr lang="ko-KR" altLang="en-US" sz="1000" b="1" dirty="0" err="1" smtClean="0"/>
            <a:t>페이지별통계</a:t>
          </a:r>
          <a:endParaRPr lang="ko-KR" altLang="en-US" sz="1000" b="1" dirty="0"/>
        </a:p>
      </dgm:t>
    </dgm:pt>
    <dgm:pt modelId="{73D0BE3D-7358-4435-A485-B11F5AF9D8C0}" type="parTrans" cxnId="{D572F06C-B3DA-4711-B0CD-368509B13999}">
      <dgm:prSet/>
      <dgm:spPr/>
      <dgm:t>
        <a:bodyPr/>
        <a:lstStyle/>
        <a:p>
          <a:pPr latinLnBrk="1"/>
          <a:endParaRPr lang="ko-KR" altLang="en-US"/>
        </a:p>
      </dgm:t>
    </dgm:pt>
    <dgm:pt modelId="{0E6787E7-7406-4F35-B095-7BC8F205428C}" type="sibTrans" cxnId="{D572F06C-B3DA-4711-B0CD-368509B13999}">
      <dgm:prSet/>
      <dgm:spPr/>
      <dgm:t>
        <a:bodyPr/>
        <a:lstStyle/>
        <a:p>
          <a:pPr latinLnBrk="1"/>
          <a:endParaRPr lang="ko-KR" altLang="en-US"/>
        </a:p>
      </dgm:t>
    </dgm:pt>
    <dgm:pt modelId="{7A881E98-1561-4136-91EA-9B7A150AA267}">
      <dgm:prSet custT="1"/>
      <dgm:spPr/>
      <dgm:t>
        <a:bodyPr/>
        <a:lstStyle/>
        <a:p>
          <a:pPr latinLnBrk="1"/>
          <a:r>
            <a:rPr lang="ko-KR" altLang="en-US" sz="1000" b="1" dirty="0" smtClean="0"/>
            <a:t>검색엔진통계</a:t>
          </a:r>
          <a:endParaRPr lang="ko-KR" altLang="en-US" sz="1000" b="1" dirty="0"/>
        </a:p>
      </dgm:t>
    </dgm:pt>
    <dgm:pt modelId="{A753422F-AC14-411F-BE07-CC2979EA83DE}" type="parTrans" cxnId="{B845398C-033B-441D-A99A-526E89E9C9DA}">
      <dgm:prSet/>
      <dgm:spPr/>
      <dgm:t>
        <a:bodyPr/>
        <a:lstStyle/>
        <a:p>
          <a:pPr latinLnBrk="1"/>
          <a:endParaRPr lang="ko-KR" altLang="en-US"/>
        </a:p>
      </dgm:t>
    </dgm:pt>
    <dgm:pt modelId="{F3666A6C-840F-4B4D-AC63-CDD2B40B6AC9}" type="sibTrans" cxnId="{B845398C-033B-441D-A99A-526E89E9C9DA}">
      <dgm:prSet/>
      <dgm:spPr/>
      <dgm:t>
        <a:bodyPr/>
        <a:lstStyle/>
        <a:p>
          <a:pPr latinLnBrk="1"/>
          <a:endParaRPr lang="ko-KR" altLang="en-US"/>
        </a:p>
      </dgm:t>
    </dgm:pt>
    <dgm:pt modelId="{A72DCFB4-F8B9-4C51-B386-5F9F49E66876}">
      <dgm:prSet custT="1"/>
      <dgm:spPr/>
      <dgm:t>
        <a:bodyPr/>
        <a:lstStyle/>
        <a:p>
          <a:pPr latinLnBrk="1"/>
          <a:r>
            <a:rPr lang="ko-KR" altLang="en-US" sz="1100" b="1" dirty="0" smtClean="0"/>
            <a:t>메뉴관리</a:t>
          </a:r>
          <a:endParaRPr lang="ko-KR" altLang="en-US" sz="1100" b="1" dirty="0"/>
        </a:p>
      </dgm:t>
    </dgm:pt>
    <dgm:pt modelId="{A235C809-8A9A-4C39-8246-C14678F268FD}" type="parTrans" cxnId="{5B9A8973-4B09-4CB8-A510-AAE12AECE4C4}">
      <dgm:prSet/>
      <dgm:spPr/>
      <dgm:t>
        <a:bodyPr/>
        <a:lstStyle/>
        <a:p>
          <a:pPr latinLnBrk="1"/>
          <a:endParaRPr lang="ko-KR" altLang="en-US"/>
        </a:p>
      </dgm:t>
    </dgm:pt>
    <dgm:pt modelId="{67FB97A7-3AF7-4C12-AE7E-0861D26FAD46}" type="sibTrans" cxnId="{5B9A8973-4B09-4CB8-A510-AAE12AECE4C4}">
      <dgm:prSet/>
      <dgm:spPr/>
      <dgm:t>
        <a:bodyPr/>
        <a:lstStyle/>
        <a:p>
          <a:pPr latinLnBrk="1"/>
          <a:endParaRPr lang="ko-KR" altLang="en-US"/>
        </a:p>
      </dgm:t>
    </dgm:pt>
    <dgm:pt modelId="{52587CDC-5BAA-4036-98AF-596429BFC6B1}" type="pres">
      <dgm:prSet presAssocID="{2C8B0DA9-5624-43C0-BD05-5C366094746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A8DB464-AEFB-4D70-95A2-F727601528FF}" type="pres">
      <dgm:prSet presAssocID="{079D2563-5BDD-42BD-A9B4-3F9DF2BDCF54}" presName="hierRoot1" presStyleCnt="0">
        <dgm:presLayoutVars>
          <dgm:hierBranch val="init"/>
        </dgm:presLayoutVars>
      </dgm:prSet>
      <dgm:spPr/>
    </dgm:pt>
    <dgm:pt modelId="{08EC700E-D28B-4282-8CA8-8D061283AFC4}" type="pres">
      <dgm:prSet presAssocID="{079D2563-5BDD-42BD-A9B4-3F9DF2BDCF54}" presName="rootComposite1" presStyleCnt="0"/>
      <dgm:spPr/>
    </dgm:pt>
    <dgm:pt modelId="{0CDA4825-8282-45C8-BFB0-2246AFE53E74}" type="pres">
      <dgm:prSet presAssocID="{079D2563-5BDD-42BD-A9B4-3F9DF2BDCF54}" presName="rootText1" presStyleLbl="node0" presStyleIdx="0" presStyleCnt="1" custScaleY="5217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1241FD5-083E-436F-831C-B7D5684DDF17}" type="pres">
      <dgm:prSet presAssocID="{079D2563-5BDD-42BD-A9B4-3F9DF2BDCF54}" presName="rootConnector1" presStyleLbl="node1" presStyleIdx="0" presStyleCnt="0"/>
      <dgm:spPr/>
      <dgm:t>
        <a:bodyPr/>
        <a:lstStyle/>
        <a:p>
          <a:pPr latinLnBrk="1"/>
          <a:endParaRPr lang="ko-KR" altLang="en-US"/>
        </a:p>
      </dgm:t>
    </dgm:pt>
    <dgm:pt modelId="{594214D4-B535-4D30-B493-2431BC3652BD}" type="pres">
      <dgm:prSet presAssocID="{079D2563-5BDD-42BD-A9B4-3F9DF2BDCF54}" presName="hierChild2" presStyleCnt="0"/>
      <dgm:spPr/>
    </dgm:pt>
    <dgm:pt modelId="{A8FD8707-9C96-43CB-9657-6E47CC2B4684}" type="pres">
      <dgm:prSet presAssocID="{2FF5934F-8E6A-4FE8-B131-E7B6DBF24044}" presName="Name37" presStyleLbl="parChTrans1D2" presStyleIdx="0" presStyleCnt="5" custSzY="578135"/>
      <dgm:spPr/>
      <dgm:t>
        <a:bodyPr/>
        <a:lstStyle/>
        <a:p>
          <a:pPr latinLnBrk="1"/>
          <a:endParaRPr lang="ko-KR" altLang="en-US"/>
        </a:p>
      </dgm:t>
    </dgm:pt>
    <dgm:pt modelId="{B12B0916-EE45-44BD-8630-FD443C0CBFB5}" type="pres">
      <dgm:prSet presAssocID="{6EE3ED07-C87C-4869-A54C-65ACD80885BD}" presName="hierRoot2" presStyleCnt="0">
        <dgm:presLayoutVars>
          <dgm:hierBranch val="init"/>
        </dgm:presLayoutVars>
      </dgm:prSet>
      <dgm:spPr/>
    </dgm:pt>
    <dgm:pt modelId="{5448BE16-3E9D-41B6-BAE6-35831DFC0210}" type="pres">
      <dgm:prSet presAssocID="{6EE3ED07-C87C-4869-A54C-65ACD80885BD}" presName="rootComposite" presStyleCnt="0"/>
      <dgm:spPr/>
    </dgm:pt>
    <dgm:pt modelId="{126919AA-5B44-4AA1-AD9D-C16183F77E3A}" type="pres">
      <dgm:prSet presAssocID="{6EE3ED07-C87C-4869-A54C-65ACD80885BD}" presName="rootText" presStyleLbl="node2" presStyleIdx="0" presStyleCnt="5" custScaleY="5217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1770347-D9B2-4977-B433-809508C75DC4}" type="pres">
      <dgm:prSet presAssocID="{6EE3ED07-C87C-4869-A54C-65ACD80885BD}" presName="rootConnector" presStyleLbl="node2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8C880120-B653-49C8-A5F4-52E6D3372936}" type="pres">
      <dgm:prSet presAssocID="{6EE3ED07-C87C-4869-A54C-65ACD80885BD}" presName="hierChild4" presStyleCnt="0"/>
      <dgm:spPr/>
    </dgm:pt>
    <dgm:pt modelId="{C8EF47B7-5293-4B9A-8A40-637735E6C51D}" type="pres">
      <dgm:prSet presAssocID="{6C2D7162-3F31-4C3C-AE00-385B758727A6}" presName="Name37" presStyleLbl="parChTrans1D3" presStyleIdx="0" presStyleCnt="17" custSzY="735238"/>
      <dgm:spPr/>
      <dgm:t>
        <a:bodyPr/>
        <a:lstStyle/>
        <a:p>
          <a:pPr latinLnBrk="1"/>
          <a:endParaRPr lang="ko-KR" altLang="en-US"/>
        </a:p>
      </dgm:t>
    </dgm:pt>
    <dgm:pt modelId="{37F32003-E7D0-4336-A65F-92EA4CD4774C}" type="pres">
      <dgm:prSet presAssocID="{2932F401-005D-417C-A7A5-11393617A03D}" presName="hierRoot2" presStyleCnt="0">
        <dgm:presLayoutVars>
          <dgm:hierBranch val="init"/>
        </dgm:presLayoutVars>
      </dgm:prSet>
      <dgm:spPr/>
    </dgm:pt>
    <dgm:pt modelId="{C2184CDA-4F9A-444C-914A-5069D28D2F47}" type="pres">
      <dgm:prSet presAssocID="{2932F401-005D-417C-A7A5-11393617A03D}" presName="rootComposite" presStyleCnt="0"/>
      <dgm:spPr/>
    </dgm:pt>
    <dgm:pt modelId="{8D6BBD76-C771-4149-9DB4-9266B434BE8D}" type="pres">
      <dgm:prSet presAssocID="{2932F401-005D-417C-A7A5-11393617A03D}" presName="rootText" presStyleLbl="node3" presStyleIdx="0" presStyleCnt="17" custScaleY="5217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FFA2C64-1EF1-46B6-B94A-A74BC6E794C8}" type="pres">
      <dgm:prSet presAssocID="{2932F401-005D-417C-A7A5-11393617A03D}" presName="rootConnector" presStyleLbl="node3" presStyleIdx="0" presStyleCnt="17"/>
      <dgm:spPr/>
      <dgm:t>
        <a:bodyPr/>
        <a:lstStyle/>
        <a:p>
          <a:pPr latinLnBrk="1"/>
          <a:endParaRPr lang="ko-KR" altLang="en-US"/>
        </a:p>
      </dgm:t>
    </dgm:pt>
    <dgm:pt modelId="{B0F39C19-EF3F-4AF9-910F-6E5E8FFFDF97}" type="pres">
      <dgm:prSet presAssocID="{2932F401-005D-417C-A7A5-11393617A03D}" presName="hierChild4" presStyleCnt="0"/>
      <dgm:spPr/>
    </dgm:pt>
    <dgm:pt modelId="{2E4383F9-52A4-4617-A756-8C12A249E20C}" type="pres">
      <dgm:prSet presAssocID="{2932F401-005D-417C-A7A5-11393617A03D}" presName="hierChild5" presStyleCnt="0"/>
      <dgm:spPr/>
    </dgm:pt>
    <dgm:pt modelId="{671A7E01-3512-4EEB-9CCC-59DF89F14814}" type="pres">
      <dgm:prSet presAssocID="{CAA17787-CAE6-4B9E-8E68-81931C743064}" presName="Name37" presStyleLbl="parChTrans1D3" presStyleIdx="1" presStyleCnt="17" custSzY="735238"/>
      <dgm:spPr/>
      <dgm:t>
        <a:bodyPr/>
        <a:lstStyle/>
        <a:p>
          <a:pPr latinLnBrk="1"/>
          <a:endParaRPr lang="ko-KR" altLang="en-US"/>
        </a:p>
      </dgm:t>
    </dgm:pt>
    <dgm:pt modelId="{E496E464-1FF1-4053-A2A0-36769CB01B5E}" type="pres">
      <dgm:prSet presAssocID="{6885DC95-91D8-44C8-AB98-4C38CB079C35}" presName="hierRoot2" presStyleCnt="0">
        <dgm:presLayoutVars>
          <dgm:hierBranch val="init"/>
        </dgm:presLayoutVars>
      </dgm:prSet>
      <dgm:spPr/>
    </dgm:pt>
    <dgm:pt modelId="{E84E24E8-B9A9-4927-BCDE-EB51BDC725F3}" type="pres">
      <dgm:prSet presAssocID="{6885DC95-91D8-44C8-AB98-4C38CB079C35}" presName="rootComposite" presStyleCnt="0"/>
      <dgm:spPr/>
    </dgm:pt>
    <dgm:pt modelId="{18437955-61EC-46F3-8CA9-81DEF4B0C259}" type="pres">
      <dgm:prSet presAssocID="{6885DC95-91D8-44C8-AB98-4C38CB079C35}" presName="rootText" presStyleLbl="node3" presStyleIdx="1" presStyleCnt="17" custScaleY="5217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E39BB54-57B2-4BC8-86C4-8C28F727C0F5}" type="pres">
      <dgm:prSet presAssocID="{6885DC95-91D8-44C8-AB98-4C38CB079C35}" presName="rootConnector" presStyleLbl="node3" presStyleIdx="1" presStyleCnt="17"/>
      <dgm:spPr/>
      <dgm:t>
        <a:bodyPr/>
        <a:lstStyle/>
        <a:p>
          <a:pPr latinLnBrk="1"/>
          <a:endParaRPr lang="ko-KR" altLang="en-US"/>
        </a:p>
      </dgm:t>
    </dgm:pt>
    <dgm:pt modelId="{AF9BAA45-3147-49B2-9B1F-8B8B28FAE943}" type="pres">
      <dgm:prSet presAssocID="{6885DC95-91D8-44C8-AB98-4C38CB079C35}" presName="hierChild4" presStyleCnt="0"/>
      <dgm:spPr/>
    </dgm:pt>
    <dgm:pt modelId="{184EDE8B-39D8-4693-BF58-70B85683AB2B}" type="pres">
      <dgm:prSet presAssocID="{6885DC95-91D8-44C8-AB98-4C38CB079C35}" presName="hierChild5" presStyleCnt="0"/>
      <dgm:spPr/>
    </dgm:pt>
    <dgm:pt modelId="{36DBDA8B-6520-4758-A5FA-4E4B92DD43ED}" type="pres">
      <dgm:prSet presAssocID="{563D15AB-F5A8-4325-9376-56353CFB41C0}" presName="Name37" presStyleLbl="parChTrans1D3" presStyleIdx="2" presStyleCnt="17" custSzY="735238"/>
      <dgm:spPr/>
      <dgm:t>
        <a:bodyPr/>
        <a:lstStyle/>
        <a:p>
          <a:pPr latinLnBrk="1"/>
          <a:endParaRPr lang="ko-KR" altLang="en-US"/>
        </a:p>
      </dgm:t>
    </dgm:pt>
    <dgm:pt modelId="{A69C0877-F98F-439E-B8B7-73AF8EC56042}" type="pres">
      <dgm:prSet presAssocID="{1EEB3E38-0443-4340-9413-C02D6EAC1E9C}" presName="hierRoot2" presStyleCnt="0">
        <dgm:presLayoutVars>
          <dgm:hierBranch val="init"/>
        </dgm:presLayoutVars>
      </dgm:prSet>
      <dgm:spPr/>
    </dgm:pt>
    <dgm:pt modelId="{7D22013C-3CA3-40FF-A1DD-999D501FE431}" type="pres">
      <dgm:prSet presAssocID="{1EEB3E38-0443-4340-9413-C02D6EAC1E9C}" presName="rootComposite" presStyleCnt="0"/>
      <dgm:spPr/>
    </dgm:pt>
    <dgm:pt modelId="{F61D7D28-97EC-49C2-9723-29C7A1841719}" type="pres">
      <dgm:prSet presAssocID="{1EEB3E38-0443-4340-9413-C02D6EAC1E9C}" presName="rootText" presStyleLbl="node3" presStyleIdx="2" presStyleCnt="17" custScaleY="5217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2F28127-9982-42C9-9CA5-D716D7D3DC30}" type="pres">
      <dgm:prSet presAssocID="{1EEB3E38-0443-4340-9413-C02D6EAC1E9C}" presName="rootConnector" presStyleLbl="node3" presStyleIdx="2" presStyleCnt="17"/>
      <dgm:spPr/>
      <dgm:t>
        <a:bodyPr/>
        <a:lstStyle/>
        <a:p>
          <a:pPr latinLnBrk="1"/>
          <a:endParaRPr lang="ko-KR" altLang="en-US"/>
        </a:p>
      </dgm:t>
    </dgm:pt>
    <dgm:pt modelId="{0548EB38-ADE2-41D0-B862-824A7E011517}" type="pres">
      <dgm:prSet presAssocID="{1EEB3E38-0443-4340-9413-C02D6EAC1E9C}" presName="hierChild4" presStyleCnt="0"/>
      <dgm:spPr/>
    </dgm:pt>
    <dgm:pt modelId="{8E9D7ACA-05C4-4AEE-BC99-726426AE3BAC}" type="pres">
      <dgm:prSet presAssocID="{1EEB3E38-0443-4340-9413-C02D6EAC1E9C}" presName="hierChild5" presStyleCnt="0"/>
      <dgm:spPr/>
    </dgm:pt>
    <dgm:pt modelId="{2995FAE2-BB50-41BF-A246-60303D243562}" type="pres">
      <dgm:prSet presAssocID="{F73E8672-65E8-43B3-A26F-F47ABAFCA995}" presName="Name37" presStyleLbl="parChTrans1D3" presStyleIdx="3" presStyleCnt="17" custSzY="735238"/>
      <dgm:spPr/>
      <dgm:t>
        <a:bodyPr/>
        <a:lstStyle/>
        <a:p>
          <a:pPr latinLnBrk="1"/>
          <a:endParaRPr lang="ko-KR" altLang="en-US"/>
        </a:p>
      </dgm:t>
    </dgm:pt>
    <dgm:pt modelId="{80D78A08-2F87-468B-B8DC-0D9FA9B7ED26}" type="pres">
      <dgm:prSet presAssocID="{5F0BECE9-7A43-4C29-8E5A-1C006BA6E961}" presName="hierRoot2" presStyleCnt="0">
        <dgm:presLayoutVars>
          <dgm:hierBranch val="init"/>
        </dgm:presLayoutVars>
      </dgm:prSet>
      <dgm:spPr/>
    </dgm:pt>
    <dgm:pt modelId="{20614C96-CF9A-49D1-86C3-275F51C3773C}" type="pres">
      <dgm:prSet presAssocID="{5F0BECE9-7A43-4C29-8E5A-1C006BA6E961}" presName="rootComposite" presStyleCnt="0"/>
      <dgm:spPr/>
    </dgm:pt>
    <dgm:pt modelId="{64487651-BAE3-4522-A4E4-F2A2105D9FA0}" type="pres">
      <dgm:prSet presAssocID="{5F0BECE9-7A43-4C29-8E5A-1C006BA6E961}" presName="rootText" presStyleLbl="node3" presStyleIdx="3" presStyleCnt="17" custScaleY="5217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50EE31F-32E8-44F0-98E5-E72B965FA434}" type="pres">
      <dgm:prSet presAssocID="{5F0BECE9-7A43-4C29-8E5A-1C006BA6E961}" presName="rootConnector" presStyleLbl="node3" presStyleIdx="3" presStyleCnt="17"/>
      <dgm:spPr/>
      <dgm:t>
        <a:bodyPr/>
        <a:lstStyle/>
        <a:p>
          <a:pPr latinLnBrk="1"/>
          <a:endParaRPr lang="ko-KR" altLang="en-US"/>
        </a:p>
      </dgm:t>
    </dgm:pt>
    <dgm:pt modelId="{81C2E098-2A51-4EED-8556-CE39D8CD223A}" type="pres">
      <dgm:prSet presAssocID="{5F0BECE9-7A43-4C29-8E5A-1C006BA6E961}" presName="hierChild4" presStyleCnt="0"/>
      <dgm:spPr/>
    </dgm:pt>
    <dgm:pt modelId="{FE2B547E-BF1F-4B6F-99C7-37168C6C1560}" type="pres">
      <dgm:prSet presAssocID="{5F0BECE9-7A43-4C29-8E5A-1C006BA6E961}" presName="hierChild5" presStyleCnt="0"/>
      <dgm:spPr/>
    </dgm:pt>
    <dgm:pt modelId="{708C64BB-8F64-421B-9412-5DBF63E018B8}" type="pres">
      <dgm:prSet presAssocID="{CF2CD650-B767-4BEA-8BBE-C2B2E3933836}" presName="Name37" presStyleLbl="parChTrans1D3" presStyleIdx="4" presStyleCnt="17" custSzY="735238"/>
      <dgm:spPr/>
      <dgm:t>
        <a:bodyPr/>
        <a:lstStyle/>
        <a:p>
          <a:pPr latinLnBrk="1"/>
          <a:endParaRPr lang="ko-KR" altLang="en-US"/>
        </a:p>
      </dgm:t>
    </dgm:pt>
    <dgm:pt modelId="{BF5F62D7-49C6-44C3-8E44-56BDA452C41D}" type="pres">
      <dgm:prSet presAssocID="{3448BEDD-4E90-483A-BAA9-4FB78ECFE6C5}" presName="hierRoot2" presStyleCnt="0">
        <dgm:presLayoutVars>
          <dgm:hierBranch val="init"/>
        </dgm:presLayoutVars>
      </dgm:prSet>
      <dgm:spPr/>
    </dgm:pt>
    <dgm:pt modelId="{1EE32877-DE96-4D74-8259-63FCC104E9E6}" type="pres">
      <dgm:prSet presAssocID="{3448BEDD-4E90-483A-BAA9-4FB78ECFE6C5}" presName="rootComposite" presStyleCnt="0"/>
      <dgm:spPr/>
    </dgm:pt>
    <dgm:pt modelId="{646B8D0E-6D67-4652-88D0-3E550FDC0E51}" type="pres">
      <dgm:prSet presAssocID="{3448BEDD-4E90-483A-BAA9-4FB78ECFE6C5}" presName="rootText" presStyleLbl="node3" presStyleIdx="4" presStyleCnt="17" custScaleY="5217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3DAD988-E68A-4F41-8474-81F9A2A2022A}" type="pres">
      <dgm:prSet presAssocID="{3448BEDD-4E90-483A-BAA9-4FB78ECFE6C5}" presName="rootConnector" presStyleLbl="node3" presStyleIdx="4" presStyleCnt="17"/>
      <dgm:spPr/>
      <dgm:t>
        <a:bodyPr/>
        <a:lstStyle/>
        <a:p>
          <a:pPr latinLnBrk="1"/>
          <a:endParaRPr lang="ko-KR" altLang="en-US"/>
        </a:p>
      </dgm:t>
    </dgm:pt>
    <dgm:pt modelId="{85C07D6A-22A6-47A4-BF0E-FA1767911580}" type="pres">
      <dgm:prSet presAssocID="{3448BEDD-4E90-483A-BAA9-4FB78ECFE6C5}" presName="hierChild4" presStyleCnt="0"/>
      <dgm:spPr/>
    </dgm:pt>
    <dgm:pt modelId="{1AFD42C3-FAA4-417C-8312-1CD15DEA3723}" type="pres">
      <dgm:prSet presAssocID="{3448BEDD-4E90-483A-BAA9-4FB78ECFE6C5}" presName="hierChild5" presStyleCnt="0"/>
      <dgm:spPr/>
    </dgm:pt>
    <dgm:pt modelId="{7FC8C45E-DCC3-4E7F-AC70-73352B913F87}" type="pres">
      <dgm:prSet presAssocID="{6EE3ED07-C87C-4869-A54C-65ACD80885BD}" presName="hierChild5" presStyleCnt="0"/>
      <dgm:spPr/>
    </dgm:pt>
    <dgm:pt modelId="{03E082E8-93F3-473A-8F68-0E08AD4EB277}" type="pres">
      <dgm:prSet presAssocID="{10D6C4F6-4435-44A1-9BD0-7C913F3AF601}" presName="Name37" presStyleLbl="parChTrans1D2" presStyleIdx="1" presStyleCnt="5" custSzY="578135"/>
      <dgm:spPr/>
      <dgm:t>
        <a:bodyPr/>
        <a:lstStyle/>
        <a:p>
          <a:pPr latinLnBrk="1"/>
          <a:endParaRPr lang="ko-KR" altLang="en-US"/>
        </a:p>
      </dgm:t>
    </dgm:pt>
    <dgm:pt modelId="{434BBF02-C93A-4AFE-B5B5-644F8AA3CE6A}" type="pres">
      <dgm:prSet presAssocID="{5BCBA80F-70CC-44EA-B314-360BA39F2B7F}" presName="hierRoot2" presStyleCnt="0">
        <dgm:presLayoutVars>
          <dgm:hierBranch val="init"/>
        </dgm:presLayoutVars>
      </dgm:prSet>
      <dgm:spPr/>
    </dgm:pt>
    <dgm:pt modelId="{63FD2FBC-5017-4B3E-918F-2DD645E60756}" type="pres">
      <dgm:prSet presAssocID="{5BCBA80F-70CC-44EA-B314-360BA39F2B7F}" presName="rootComposite" presStyleCnt="0"/>
      <dgm:spPr/>
    </dgm:pt>
    <dgm:pt modelId="{52C2E3AC-3746-4CF0-8A27-19E44343F73D}" type="pres">
      <dgm:prSet presAssocID="{5BCBA80F-70CC-44EA-B314-360BA39F2B7F}" presName="rootText" presStyleLbl="node2" presStyleIdx="1" presStyleCnt="5" custScaleY="5217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E1F339D-F2E3-4A65-BF61-C2FA626E213A}" type="pres">
      <dgm:prSet presAssocID="{5BCBA80F-70CC-44EA-B314-360BA39F2B7F}" presName="rootConnector" presStyleLbl="node2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82E62127-0B6B-42E7-BD9E-4776B7F24448}" type="pres">
      <dgm:prSet presAssocID="{5BCBA80F-70CC-44EA-B314-360BA39F2B7F}" presName="hierChild4" presStyleCnt="0"/>
      <dgm:spPr/>
    </dgm:pt>
    <dgm:pt modelId="{CE59C2DC-D79A-4F55-8B8B-07F9E10CCE8D}" type="pres">
      <dgm:prSet presAssocID="{E09E6B85-58E3-42A4-ADE4-9A4126950C10}" presName="Name37" presStyleLbl="parChTrans1D3" presStyleIdx="5" presStyleCnt="17"/>
      <dgm:spPr/>
      <dgm:t>
        <a:bodyPr/>
        <a:lstStyle/>
        <a:p>
          <a:pPr latinLnBrk="1"/>
          <a:endParaRPr lang="ko-KR" altLang="en-US"/>
        </a:p>
      </dgm:t>
    </dgm:pt>
    <dgm:pt modelId="{76C86891-1CE2-45E2-8D8B-60C53950147A}" type="pres">
      <dgm:prSet presAssocID="{429E44BD-B686-4BE5-95F4-2FED19ABE8BF}" presName="hierRoot2" presStyleCnt="0">
        <dgm:presLayoutVars>
          <dgm:hierBranch val="init"/>
        </dgm:presLayoutVars>
      </dgm:prSet>
      <dgm:spPr/>
    </dgm:pt>
    <dgm:pt modelId="{B2F3EF10-4DD2-4401-844E-93AAA1697CEC}" type="pres">
      <dgm:prSet presAssocID="{429E44BD-B686-4BE5-95F4-2FED19ABE8BF}" presName="rootComposite" presStyleCnt="0"/>
      <dgm:spPr/>
    </dgm:pt>
    <dgm:pt modelId="{B58DFFC7-B279-415B-830F-5C3A5EAB25F2}" type="pres">
      <dgm:prSet presAssocID="{429E44BD-B686-4BE5-95F4-2FED19ABE8BF}" presName="rootText" presStyleLbl="node3" presStyleIdx="5" presStyleCnt="17" custScaleY="56125" custLinFactNeighborX="982" custLinFactNeighborY="-7682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A50967C-367A-4CD8-8226-7D8BD296D456}" type="pres">
      <dgm:prSet presAssocID="{429E44BD-B686-4BE5-95F4-2FED19ABE8BF}" presName="rootConnector" presStyleLbl="node3" presStyleIdx="5" presStyleCnt="17"/>
      <dgm:spPr/>
      <dgm:t>
        <a:bodyPr/>
        <a:lstStyle/>
        <a:p>
          <a:pPr latinLnBrk="1"/>
          <a:endParaRPr lang="ko-KR" altLang="en-US"/>
        </a:p>
      </dgm:t>
    </dgm:pt>
    <dgm:pt modelId="{E350C98F-DD8A-412C-9EC7-C51A14362825}" type="pres">
      <dgm:prSet presAssocID="{429E44BD-B686-4BE5-95F4-2FED19ABE8BF}" presName="hierChild4" presStyleCnt="0"/>
      <dgm:spPr/>
    </dgm:pt>
    <dgm:pt modelId="{686D2ADD-5F3B-472C-9BB5-7BF04C97F098}" type="pres">
      <dgm:prSet presAssocID="{429E44BD-B686-4BE5-95F4-2FED19ABE8BF}" presName="hierChild5" presStyleCnt="0"/>
      <dgm:spPr/>
    </dgm:pt>
    <dgm:pt modelId="{BA92A9F0-4A3F-441A-88AD-2CCA7F18D48D}" type="pres">
      <dgm:prSet presAssocID="{008B588D-23DF-4A2A-9C16-A8BA5AC2417F}" presName="Name37" presStyleLbl="parChTrans1D3" presStyleIdx="6" presStyleCnt="17"/>
      <dgm:spPr/>
      <dgm:t>
        <a:bodyPr/>
        <a:lstStyle/>
        <a:p>
          <a:pPr latinLnBrk="1"/>
          <a:endParaRPr lang="ko-KR" altLang="en-US"/>
        </a:p>
      </dgm:t>
    </dgm:pt>
    <dgm:pt modelId="{4A50EA67-0411-452A-94EB-05CE80DD2A82}" type="pres">
      <dgm:prSet presAssocID="{2148D23F-1D8C-4AD6-B5E7-9DD08648297B}" presName="hierRoot2" presStyleCnt="0">
        <dgm:presLayoutVars>
          <dgm:hierBranch val="init"/>
        </dgm:presLayoutVars>
      </dgm:prSet>
      <dgm:spPr/>
    </dgm:pt>
    <dgm:pt modelId="{E45B76F8-DF3E-4225-BF3F-DD724EF352F3}" type="pres">
      <dgm:prSet presAssocID="{2148D23F-1D8C-4AD6-B5E7-9DD08648297B}" presName="rootComposite" presStyleCnt="0"/>
      <dgm:spPr/>
    </dgm:pt>
    <dgm:pt modelId="{69A1AA16-B8E5-476A-BAF9-9AC905132D45}" type="pres">
      <dgm:prSet presAssocID="{2148D23F-1D8C-4AD6-B5E7-9DD08648297B}" presName="rootText" presStyleLbl="node3" presStyleIdx="6" presStyleCnt="17" custScaleY="56125" custLinFactNeighborX="982" custLinFactNeighborY="-7682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3F80931-5FD1-40D4-9098-FD5D2C585300}" type="pres">
      <dgm:prSet presAssocID="{2148D23F-1D8C-4AD6-B5E7-9DD08648297B}" presName="rootConnector" presStyleLbl="node3" presStyleIdx="6" presStyleCnt="17"/>
      <dgm:spPr/>
      <dgm:t>
        <a:bodyPr/>
        <a:lstStyle/>
        <a:p>
          <a:pPr latinLnBrk="1"/>
          <a:endParaRPr lang="ko-KR" altLang="en-US"/>
        </a:p>
      </dgm:t>
    </dgm:pt>
    <dgm:pt modelId="{2FBF8C0F-2DC6-4D5F-A15A-0E85E739A52F}" type="pres">
      <dgm:prSet presAssocID="{2148D23F-1D8C-4AD6-B5E7-9DD08648297B}" presName="hierChild4" presStyleCnt="0"/>
      <dgm:spPr/>
    </dgm:pt>
    <dgm:pt modelId="{BBC663DF-1EDB-4BE6-93EF-EEAF205AF516}" type="pres">
      <dgm:prSet presAssocID="{2148D23F-1D8C-4AD6-B5E7-9DD08648297B}" presName="hierChild5" presStyleCnt="0"/>
      <dgm:spPr/>
    </dgm:pt>
    <dgm:pt modelId="{64A0BFC8-FE74-4E00-817C-78DA67027E9D}" type="pres">
      <dgm:prSet presAssocID="{D68989B5-EEA6-4506-927C-FD2E82123F8E}" presName="Name37" presStyleLbl="parChTrans1D3" presStyleIdx="7" presStyleCnt="17"/>
      <dgm:spPr/>
      <dgm:t>
        <a:bodyPr/>
        <a:lstStyle/>
        <a:p>
          <a:pPr latinLnBrk="1"/>
          <a:endParaRPr lang="ko-KR" altLang="en-US"/>
        </a:p>
      </dgm:t>
    </dgm:pt>
    <dgm:pt modelId="{531680E4-0A2A-40DB-865E-6829C9AC65D0}" type="pres">
      <dgm:prSet presAssocID="{288E3C62-507D-4EDC-A24B-3495D44F1AA5}" presName="hierRoot2" presStyleCnt="0">
        <dgm:presLayoutVars>
          <dgm:hierBranch val="init"/>
        </dgm:presLayoutVars>
      </dgm:prSet>
      <dgm:spPr/>
    </dgm:pt>
    <dgm:pt modelId="{7236521F-D3BF-42D6-A712-31727E5B3B27}" type="pres">
      <dgm:prSet presAssocID="{288E3C62-507D-4EDC-A24B-3495D44F1AA5}" presName="rootComposite" presStyleCnt="0"/>
      <dgm:spPr/>
    </dgm:pt>
    <dgm:pt modelId="{8A7FFFB9-FBC7-456E-888B-D54ABBE7A95A}" type="pres">
      <dgm:prSet presAssocID="{288E3C62-507D-4EDC-A24B-3495D44F1AA5}" presName="rootText" presStyleLbl="node3" presStyleIdx="7" presStyleCnt="17" custScaleY="56125" custLinFactNeighborX="982" custLinFactNeighborY="-7682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142807D-A63B-45D6-A88F-9A0CD064F0BF}" type="pres">
      <dgm:prSet presAssocID="{288E3C62-507D-4EDC-A24B-3495D44F1AA5}" presName="rootConnector" presStyleLbl="node3" presStyleIdx="7" presStyleCnt="17"/>
      <dgm:spPr/>
      <dgm:t>
        <a:bodyPr/>
        <a:lstStyle/>
        <a:p>
          <a:pPr latinLnBrk="1"/>
          <a:endParaRPr lang="ko-KR" altLang="en-US"/>
        </a:p>
      </dgm:t>
    </dgm:pt>
    <dgm:pt modelId="{5052955A-DCC7-4B70-A851-68C8CCCBFBD4}" type="pres">
      <dgm:prSet presAssocID="{288E3C62-507D-4EDC-A24B-3495D44F1AA5}" presName="hierChild4" presStyleCnt="0"/>
      <dgm:spPr/>
    </dgm:pt>
    <dgm:pt modelId="{853BFA29-1ECD-4AB3-B287-8D148EA6CA8F}" type="pres">
      <dgm:prSet presAssocID="{288E3C62-507D-4EDC-A24B-3495D44F1AA5}" presName="hierChild5" presStyleCnt="0"/>
      <dgm:spPr/>
    </dgm:pt>
    <dgm:pt modelId="{6A829EDB-AC93-45F7-BCCC-718CDCAF7B31}" type="pres">
      <dgm:prSet presAssocID="{E17DD5AC-BB9D-46CD-BB9C-A9383EA4B920}" presName="Name37" presStyleLbl="parChTrans1D3" presStyleIdx="8" presStyleCnt="17"/>
      <dgm:spPr/>
      <dgm:t>
        <a:bodyPr/>
        <a:lstStyle/>
        <a:p>
          <a:pPr latinLnBrk="1"/>
          <a:endParaRPr lang="ko-KR" altLang="en-US"/>
        </a:p>
      </dgm:t>
    </dgm:pt>
    <dgm:pt modelId="{62216A08-2955-4007-B93F-992D18979BA8}" type="pres">
      <dgm:prSet presAssocID="{5B6E8590-3653-444A-9051-B9B33A05F222}" presName="hierRoot2" presStyleCnt="0">
        <dgm:presLayoutVars>
          <dgm:hierBranch val="init"/>
        </dgm:presLayoutVars>
      </dgm:prSet>
      <dgm:spPr/>
    </dgm:pt>
    <dgm:pt modelId="{60824E35-0BC8-4018-AFAE-2E1C49B35196}" type="pres">
      <dgm:prSet presAssocID="{5B6E8590-3653-444A-9051-B9B33A05F222}" presName="rootComposite" presStyleCnt="0"/>
      <dgm:spPr/>
    </dgm:pt>
    <dgm:pt modelId="{A405848E-25B7-4EE2-8449-95D81FDD3056}" type="pres">
      <dgm:prSet presAssocID="{5B6E8590-3653-444A-9051-B9B33A05F222}" presName="rootText" presStyleLbl="node3" presStyleIdx="8" presStyleCnt="17" custScaleY="56125" custLinFactNeighborX="982" custLinFactNeighborY="-7682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9F6E343-E6BB-4EC3-B5C8-A9379356024F}" type="pres">
      <dgm:prSet presAssocID="{5B6E8590-3653-444A-9051-B9B33A05F222}" presName="rootConnector" presStyleLbl="node3" presStyleIdx="8" presStyleCnt="17"/>
      <dgm:spPr/>
      <dgm:t>
        <a:bodyPr/>
        <a:lstStyle/>
        <a:p>
          <a:pPr latinLnBrk="1"/>
          <a:endParaRPr lang="ko-KR" altLang="en-US"/>
        </a:p>
      </dgm:t>
    </dgm:pt>
    <dgm:pt modelId="{DEEEC1CA-2318-4C3D-8BDB-06A6FBC7A533}" type="pres">
      <dgm:prSet presAssocID="{5B6E8590-3653-444A-9051-B9B33A05F222}" presName="hierChild4" presStyleCnt="0"/>
      <dgm:spPr/>
    </dgm:pt>
    <dgm:pt modelId="{81D07B19-6753-44E8-8E31-30E224BEF1D0}" type="pres">
      <dgm:prSet presAssocID="{5B6E8590-3653-444A-9051-B9B33A05F222}" presName="hierChild5" presStyleCnt="0"/>
      <dgm:spPr/>
    </dgm:pt>
    <dgm:pt modelId="{38E1EEB0-DA3B-40A8-A001-ED90990FAA7F}" type="pres">
      <dgm:prSet presAssocID="{5BCBA80F-70CC-44EA-B314-360BA39F2B7F}" presName="hierChild5" presStyleCnt="0"/>
      <dgm:spPr/>
    </dgm:pt>
    <dgm:pt modelId="{8DBE9472-38C9-4B3A-9B13-FBC9769C1BB3}" type="pres">
      <dgm:prSet presAssocID="{CE70F3F6-D58D-44F4-A3F9-68BEEDF4A67A}" presName="Name37" presStyleLbl="parChTrans1D2" presStyleIdx="2" presStyleCnt="5" custSzY="578135"/>
      <dgm:spPr/>
      <dgm:t>
        <a:bodyPr/>
        <a:lstStyle/>
        <a:p>
          <a:pPr latinLnBrk="1"/>
          <a:endParaRPr lang="ko-KR" altLang="en-US"/>
        </a:p>
      </dgm:t>
    </dgm:pt>
    <dgm:pt modelId="{D3F641BB-039E-4F6D-993F-3EF27AA56BB5}" type="pres">
      <dgm:prSet presAssocID="{D8A1A04F-8CB6-417B-8428-7F2E464DE7DB}" presName="hierRoot2" presStyleCnt="0">
        <dgm:presLayoutVars>
          <dgm:hierBranch val="init"/>
        </dgm:presLayoutVars>
      </dgm:prSet>
      <dgm:spPr/>
    </dgm:pt>
    <dgm:pt modelId="{C0E1C7EE-D7C4-42AC-AFF2-30F4ADF58AF2}" type="pres">
      <dgm:prSet presAssocID="{D8A1A04F-8CB6-417B-8428-7F2E464DE7DB}" presName="rootComposite" presStyleCnt="0"/>
      <dgm:spPr/>
    </dgm:pt>
    <dgm:pt modelId="{B1DB7839-545D-432F-BCDA-A02FAB4968E2}" type="pres">
      <dgm:prSet presAssocID="{D8A1A04F-8CB6-417B-8428-7F2E464DE7DB}" presName="rootText" presStyleLbl="node2" presStyleIdx="2" presStyleCnt="5" custScaleY="5217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BAA09C4-C856-4810-BB06-370FFC2989A8}" type="pres">
      <dgm:prSet presAssocID="{D8A1A04F-8CB6-417B-8428-7F2E464DE7DB}" presName="rootConnector" presStyleLbl="node2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24687E00-F5C0-478D-AA46-6CA773FE4D55}" type="pres">
      <dgm:prSet presAssocID="{D8A1A04F-8CB6-417B-8428-7F2E464DE7DB}" presName="hierChild4" presStyleCnt="0"/>
      <dgm:spPr/>
    </dgm:pt>
    <dgm:pt modelId="{1EE3A958-935C-47BA-A8D5-EA00D3D7BB97}" type="pres">
      <dgm:prSet presAssocID="{94FB42AA-68FA-4463-BF78-D0B51B09A4BC}" presName="Name37" presStyleLbl="parChTrans1D3" presStyleIdx="9" presStyleCnt="17"/>
      <dgm:spPr/>
      <dgm:t>
        <a:bodyPr/>
        <a:lstStyle/>
        <a:p>
          <a:pPr latinLnBrk="1"/>
          <a:endParaRPr lang="ko-KR" altLang="en-US"/>
        </a:p>
      </dgm:t>
    </dgm:pt>
    <dgm:pt modelId="{FE6D411D-EF9E-4850-A1BD-83C6C368E689}" type="pres">
      <dgm:prSet presAssocID="{516C4D11-4FD1-4AA0-BB21-D0B219014409}" presName="hierRoot2" presStyleCnt="0">
        <dgm:presLayoutVars>
          <dgm:hierBranch val="init"/>
        </dgm:presLayoutVars>
      </dgm:prSet>
      <dgm:spPr/>
    </dgm:pt>
    <dgm:pt modelId="{4DBDACD2-32F6-44E1-870A-ED60C807A1D7}" type="pres">
      <dgm:prSet presAssocID="{516C4D11-4FD1-4AA0-BB21-D0B219014409}" presName="rootComposite" presStyleCnt="0"/>
      <dgm:spPr/>
    </dgm:pt>
    <dgm:pt modelId="{F95739FD-6D4A-488D-9235-BD9F2FFC40F4}" type="pres">
      <dgm:prSet presAssocID="{516C4D11-4FD1-4AA0-BB21-D0B219014409}" presName="rootText" presStyleLbl="node3" presStyleIdx="9" presStyleCnt="17" custScaleY="4764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C663E8F-CBC6-48B8-BFE9-4B3E00DF9C57}" type="pres">
      <dgm:prSet presAssocID="{516C4D11-4FD1-4AA0-BB21-D0B219014409}" presName="rootConnector" presStyleLbl="node3" presStyleIdx="9" presStyleCnt="17"/>
      <dgm:spPr/>
      <dgm:t>
        <a:bodyPr/>
        <a:lstStyle/>
        <a:p>
          <a:pPr latinLnBrk="1"/>
          <a:endParaRPr lang="ko-KR" altLang="en-US"/>
        </a:p>
      </dgm:t>
    </dgm:pt>
    <dgm:pt modelId="{8922C5DF-DFC4-4157-AE03-8835158493E4}" type="pres">
      <dgm:prSet presAssocID="{516C4D11-4FD1-4AA0-BB21-D0B219014409}" presName="hierChild4" presStyleCnt="0"/>
      <dgm:spPr/>
    </dgm:pt>
    <dgm:pt modelId="{09C7BE36-E061-46D9-9110-4FB8B1001719}" type="pres">
      <dgm:prSet presAssocID="{516C4D11-4FD1-4AA0-BB21-D0B219014409}" presName="hierChild5" presStyleCnt="0"/>
      <dgm:spPr/>
    </dgm:pt>
    <dgm:pt modelId="{985E7C76-6010-4E28-A90B-E77D3FAEA659}" type="pres">
      <dgm:prSet presAssocID="{35C435CD-65F5-4BA3-B219-AB031AE88799}" presName="Name37" presStyleLbl="parChTrans1D3" presStyleIdx="10" presStyleCnt="17"/>
      <dgm:spPr/>
      <dgm:t>
        <a:bodyPr/>
        <a:lstStyle/>
        <a:p>
          <a:pPr latinLnBrk="1"/>
          <a:endParaRPr lang="ko-KR" altLang="en-US"/>
        </a:p>
      </dgm:t>
    </dgm:pt>
    <dgm:pt modelId="{659A3222-6F3E-4955-8277-59C6A1C3BE6A}" type="pres">
      <dgm:prSet presAssocID="{7C22D443-28B5-4085-AF2F-C9123824264E}" presName="hierRoot2" presStyleCnt="0">
        <dgm:presLayoutVars>
          <dgm:hierBranch val="init"/>
        </dgm:presLayoutVars>
      </dgm:prSet>
      <dgm:spPr/>
    </dgm:pt>
    <dgm:pt modelId="{64036038-2F0D-4828-AB74-BD8CDF47D3A3}" type="pres">
      <dgm:prSet presAssocID="{7C22D443-28B5-4085-AF2F-C9123824264E}" presName="rootComposite" presStyleCnt="0"/>
      <dgm:spPr/>
    </dgm:pt>
    <dgm:pt modelId="{0DCFA2FB-E01A-47A7-B663-005F574F6DAC}" type="pres">
      <dgm:prSet presAssocID="{7C22D443-28B5-4085-AF2F-C9123824264E}" presName="rootText" presStyleLbl="node3" presStyleIdx="10" presStyleCnt="17" custScaleY="4764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F4484B7-162E-4AE8-B288-478F02F8D0F7}" type="pres">
      <dgm:prSet presAssocID="{7C22D443-28B5-4085-AF2F-C9123824264E}" presName="rootConnector" presStyleLbl="node3" presStyleIdx="10" presStyleCnt="17"/>
      <dgm:spPr/>
      <dgm:t>
        <a:bodyPr/>
        <a:lstStyle/>
        <a:p>
          <a:pPr latinLnBrk="1"/>
          <a:endParaRPr lang="ko-KR" altLang="en-US"/>
        </a:p>
      </dgm:t>
    </dgm:pt>
    <dgm:pt modelId="{CF1B55FB-7769-4D6B-8F42-229AFB2DEDA1}" type="pres">
      <dgm:prSet presAssocID="{7C22D443-28B5-4085-AF2F-C9123824264E}" presName="hierChild4" presStyleCnt="0"/>
      <dgm:spPr/>
    </dgm:pt>
    <dgm:pt modelId="{E3226CDC-143A-4151-8C4D-DD0D0B96AA8A}" type="pres">
      <dgm:prSet presAssocID="{7C22D443-28B5-4085-AF2F-C9123824264E}" presName="hierChild5" presStyleCnt="0"/>
      <dgm:spPr/>
    </dgm:pt>
    <dgm:pt modelId="{8F53CB83-BDD0-4045-80C1-834F297389E1}" type="pres">
      <dgm:prSet presAssocID="{21F5CBA8-9609-41F9-8128-A5C7894C3777}" presName="Name37" presStyleLbl="parChTrans1D3" presStyleIdx="11" presStyleCnt="17"/>
      <dgm:spPr/>
      <dgm:t>
        <a:bodyPr/>
        <a:lstStyle/>
        <a:p>
          <a:pPr latinLnBrk="1"/>
          <a:endParaRPr lang="ko-KR" altLang="en-US"/>
        </a:p>
      </dgm:t>
    </dgm:pt>
    <dgm:pt modelId="{338DFC8A-0032-42F6-BF44-EA022521A8F6}" type="pres">
      <dgm:prSet presAssocID="{757ABE1B-317F-4EA8-AB10-8F9C86620510}" presName="hierRoot2" presStyleCnt="0">
        <dgm:presLayoutVars>
          <dgm:hierBranch val="init"/>
        </dgm:presLayoutVars>
      </dgm:prSet>
      <dgm:spPr/>
    </dgm:pt>
    <dgm:pt modelId="{C11152D8-54FE-48CF-84AC-DBEA6F8DCB31}" type="pres">
      <dgm:prSet presAssocID="{757ABE1B-317F-4EA8-AB10-8F9C86620510}" presName="rootComposite" presStyleCnt="0"/>
      <dgm:spPr/>
    </dgm:pt>
    <dgm:pt modelId="{B8959AC9-37A5-48C2-A5C0-E1263A9B91D9}" type="pres">
      <dgm:prSet presAssocID="{757ABE1B-317F-4EA8-AB10-8F9C86620510}" presName="rootText" presStyleLbl="node3" presStyleIdx="11" presStyleCnt="17" custScaleY="4764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BE1E2CE-656D-44B0-A26B-3229E295235F}" type="pres">
      <dgm:prSet presAssocID="{757ABE1B-317F-4EA8-AB10-8F9C86620510}" presName="rootConnector" presStyleLbl="node3" presStyleIdx="11" presStyleCnt="17"/>
      <dgm:spPr/>
      <dgm:t>
        <a:bodyPr/>
        <a:lstStyle/>
        <a:p>
          <a:pPr latinLnBrk="1"/>
          <a:endParaRPr lang="ko-KR" altLang="en-US"/>
        </a:p>
      </dgm:t>
    </dgm:pt>
    <dgm:pt modelId="{2C548160-FACC-4BBA-A7F9-E628CBBC85FA}" type="pres">
      <dgm:prSet presAssocID="{757ABE1B-317F-4EA8-AB10-8F9C86620510}" presName="hierChild4" presStyleCnt="0"/>
      <dgm:spPr/>
    </dgm:pt>
    <dgm:pt modelId="{106B196A-D149-40E2-A44A-ECC94C635E90}" type="pres">
      <dgm:prSet presAssocID="{757ABE1B-317F-4EA8-AB10-8F9C86620510}" presName="hierChild5" presStyleCnt="0"/>
      <dgm:spPr/>
    </dgm:pt>
    <dgm:pt modelId="{FCDFABF6-4624-4301-BD41-E05A803F4C5A}" type="pres">
      <dgm:prSet presAssocID="{A235C809-8A9A-4C39-8246-C14678F268FD}" presName="Name37" presStyleLbl="parChTrans1D3" presStyleIdx="12" presStyleCnt="17"/>
      <dgm:spPr/>
      <dgm:t>
        <a:bodyPr/>
        <a:lstStyle/>
        <a:p>
          <a:pPr latinLnBrk="1"/>
          <a:endParaRPr lang="ko-KR" altLang="en-US"/>
        </a:p>
      </dgm:t>
    </dgm:pt>
    <dgm:pt modelId="{4B14E1F3-2484-4669-9868-9DF8987E4895}" type="pres">
      <dgm:prSet presAssocID="{A72DCFB4-F8B9-4C51-B386-5F9F49E66876}" presName="hierRoot2" presStyleCnt="0">
        <dgm:presLayoutVars>
          <dgm:hierBranch val="init"/>
        </dgm:presLayoutVars>
      </dgm:prSet>
      <dgm:spPr/>
    </dgm:pt>
    <dgm:pt modelId="{E7A741A3-E84D-422F-854E-E6701D4A4FE9}" type="pres">
      <dgm:prSet presAssocID="{A72DCFB4-F8B9-4C51-B386-5F9F49E66876}" presName="rootComposite" presStyleCnt="0"/>
      <dgm:spPr/>
    </dgm:pt>
    <dgm:pt modelId="{6D622C3A-0CE8-4FDB-BA72-57BFEBEDC8B5}" type="pres">
      <dgm:prSet presAssocID="{A72DCFB4-F8B9-4C51-B386-5F9F49E66876}" presName="rootText" presStyleLbl="node3" presStyleIdx="12" presStyleCnt="17" custScaleY="4764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A2CC4E1-E464-4AE6-B6EC-EB7E2FE90873}" type="pres">
      <dgm:prSet presAssocID="{A72DCFB4-F8B9-4C51-B386-5F9F49E66876}" presName="rootConnector" presStyleLbl="node3" presStyleIdx="12" presStyleCnt="17"/>
      <dgm:spPr/>
      <dgm:t>
        <a:bodyPr/>
        <a:lstStyle/>
        <a:p>
          <a:pPr latinLnBrk="1"/>
          <a:endParaRPr lang="ko-KR" altLang="en-US"/>
        </a:p>
      </dgm:t>
    </dgm:pt>
    <dgm:pt modelId="{9FBB8F28-CA86-47DD-A62E-43D39A739A09}" type="pres">
      <dgm:prSet presAssocID="{A72DCFB4-F8B9-4C51-B386-5F9F49E66876}" presName="hierChild4" presStyleCnt="0"/>
      <dgm:spPr/>
    </dgm:pt>
    <dgm:pt modelId="{E142828F-1C3A-4E8B-93E8-8831A817F010}" type="pres">
      <dgm:prSet presAssocID="{A72DCFB4-F8B9-4C51-B386-5F9F49E66876}" presName="hierChild5" presStyleCnt="0"/>
      <dgm:spPr/>
    </dgm:pt>
    <dgm:pt modelId="{95F2E650-1F4C-4097-B022-4BFB06CA71FC}" type="pres">
      <dgm:prSet presAssocID="{D8A1A04F-8CB6-417B-8428-7F2E464DE7DB}" presName="hierChild5" presStyleCnt="0"/>
      <dgm:spPr/>
    </dgm:pt>
    <dgm:pt modelId="{5BD7144F-82AD-48D9-AFC1-A2D90E02B41E}" type="pres">
      <dgm:prSet presAssocID="{7EC996A3-53A1-497B-8FB9-5713D3C1DC70}" presName="Name37" presStyleLbl="parChTrans1D2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D4086892-EA9C-45AC-9A72-DBAE65060888}" type="pres">
      <dgm:prSet presAssocID="{C6F6AEDC-9A4F-4C7D-9D1A-A279532F3CD8}" presName="hierRoot2" presStyleCnt="0">
        <dgm:presLayoutVars>
          <dgm:hierBranch val="init"/>
        </dgm:presLayoutVars>
      </dgm:prSet>
      <dgm:spPr/>
    </dgm:pt>
    <dgm:pt modelId="{1C08AD61-06C1-4895-8D73-16C28FBE319B}" type="pres">
      <dgm:prSet presAssocID="{C6F6AEDC-9A4F-4C7D-9D1A-A279532F3CD8}" presName="rootComposite" presStyleCnt="0"/>
      <dgm:spPr/>
    </dgm:pt>
    <dgm:pt modelId="{260BAB18-B77F-46FB-9415-77FA8A0E51FD}" type="pres">
      <dgm:prSet presAssocID="{C6F6AEDC-9A4F-4C7D-9D1A-A279532F3CD8}" presName="rootText" presStyleLbl="node2" presStyleIdx="3" presStyleCnt="5" custScaleY="56721" custLinFactNeighborX="6965" custLinFactNeighborY="3044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120C69C-46BA-4732-BB79-9CA3281ACD0D}" type="pres">
      <dgm:prSet presAssocID="{C6F6AEDC-9A4F-4C7D-9D1A-A279532F3CD8}" presName="rootConnector" presStyleLbl="node2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29D60C10-D06F-4F58-9486-6E578DE2A588}" type="pres">
      <dgm:prSet presAssocID="{C6F6AEDC-9A4F-4C7D-9D1A-A279532F3CD8}" presName="hierChild4" presStyleCnt="0"/>
      <dgm:spPr/>
    </dgm:pt>
    <dgm:pt modelId="{3B8AC916-9A6C-4355-BE11-4874789B27EF}" type="pres">
      <dgm:prSet presAssocID="{DF17B767-309B-4F0A-BD1A-836EAE6809D0}" presName="Name37" presStyleLbl="parChTrans1D3" presStyleIdx="13" presStyleCnt="17"/>
      <dgm:spPr/>
      <dgm:t>
        <a:bodyPr/>
        <a:lstStyle/>
        <a:p>
          <a:pPr latinLnBrk="1"/>
          <a:endParaRPr lang="ko-KR" altLang="en-US"/>
        </a:p>
      </dgm:t>
    </dgm:pt>
    <dgm:pt modelId="{42F6CBB4-874A-43C8-9077-D84C4BE1DE2B}" type="pres">
      <dgm:prSet presAssocID="{EF0118EA-B207-48B5-8406-6801FF223239}" presName="hierRoot2" presStyleCnt="0">
        <dgm:presLayoutVars>
          <dgm:hierBranch val="init"/>
        </dgm:presLayoutVars>
      </dgm:prSet>
      <dgm:spPr/>
    </dgm:pt>
    <dgm:pt modelId="{F4C37AC8-7BC9-4E67-9B24-3F302D8B2AFA}" type="pres">
      <dgm:prSet presAssocID="{EF0118EA-B207-48B5-8406-6801FF223239}" presName="rootComposite" presStyleCnt="0"/>
      <dgm:spPr/>
    </dgm:pt>
    <dgm:pt modelId="{D98C14F1-52E5-424E-954E-1218BF284735}" type="pres">
      <dgm:prSet presAssocID="{EF0118EA-B207-48B5-8406-6801FF223239}" presName="rootText" presStyleLbl="node3" presStyleIdx="13" presStyleCnt="17" custScaleY="50544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A5F4F6B-7A21-4B0B-BD99-30FCA95F8F7D}" type="pres">
      <dgm:prSet presAssocID="{EF0118EA-B207-48B5-8406-6801FF223239}" presName="rootConnector" presStyleLbl="node3" presStyleIdx="13" presStyleCnt="17"/>
      <dgm:spPr/>
      <dgm:t>
        <a:bodyPr/>
        <a:lstStyle/>
        <a:p>
          <a:pPr latinLnBrk="1"/>
          <a:endParaRPr lang="ko-KR" altLang="en-US"/>
        </a:p>
      </dgm:t>
    </dgm:pt>
    <dgm:pt modelId="{529C0B94-2230-41F7-9A3A-9CF949410391}" type="pres">
      <dgm:prSet presAssocID="{EF0118EA-B207-48B5-8406-6801FF223239}" presName="hierChild4" presStyleCnt="0"/>
      <dgm:spPr/>
    </dgm:pt>
    <dgm:pt modelId="{F32229BE-5D22-4301-9400-24D30430DCCD}" type="pres">
      <dgm:prSet presAssocID="{EF0118EA-B207-48B5-8406-6801FF223239}" presName="hierChild5" presStyleCnt="0"/>
      <dgm:spPr/>
    </dgm:pt>
    <dgm:pt modelId="{71E4EA78-0BBA-42A0-AD8F-70367BC9A35F}" type="pres">
      <dgm:prSet presAssocID="{C6F6AEDC-9A4F-4C7D-9D1A-A279532F3CD8}" presName="hierChild5" presStyleCnt="0"/>
      <dgm:spPr/>
    </dgm:pt>
    <dgm:pt modelId="{A7442E0A-1E69-484B-ADE4-8D78AB97625B}" type="pres">
      <dgm:prSet presAssocID="{DD3DBCF4-F741-45F4-9FC2-0787FB9FE26B}" presName="Name37" presStyleLbl="parChTrans1D2" presStyleIdx="4" presStyleCnt="5"/>
      <dgm:spPr/>
      <dgm:t>
        <a:bodyPr/>
        <a:lstStyle/>
        <a:p>
          <a:pPr latinLnBrk="1"/>
          <a:endParaRPr lang="ko-KR" altLang="en-US"/>
        </a:p>
      </dgm:t>
    </dgm:pt>
    <dgm:pt modelId="{37FADDA6-1B37-4889-BCCD-1E8323F75CF6}" type="pres">
      <dgm:prSet presAssocID="{8A139E59-A504-46F1-84C5-AC245720D4D6}" presName="hierRoot2" presStyleCnt="0">
        <dgm:presLayoutVars>
          <dgm:hierBranch val="init"/>
        </dgm:presLayoutVars>
      </dgm:prSet>
      <dgm:spPr/>
    </dgm:pt>
    <dgm:pt modelId="{547D449D-698D-4DBE-9383-93734FD85968}" type="pres">
      <dgm:prSet presAssocID="{8A139E59-A504-46F1-84C5-AC245720D4D6}" presName="rootComposite" presStyleCnt="0"/>
      <dgm:spPr/>
    </dgm:pt>
    <dgm:pt modelId="{6C07B351-C18A-459C-86F6-24AD6DC47150}" type="pres">
      <dgm:prSet presAssocID="{8A139E59-A504-46F1-84C5-AC245720D4D6}" presName="rootText" presStyleLbl="node2" presStyleIdx="4" presStyleCnt="5" custScaleY="57995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DE2DF14-DAC4-4EE2-8345-C22547565EEB}" type="pres">
      <dgm:prSet presAssocID="{8A139E59-A504-46F1-84C5-AC245720D4D6}" presName="rootConnector" presStyleLbl="node2" presStyleIdx="4" presStyleCnt="5"/>
      <dgm:spPr/>
      <dgm:t>
        <a:bodyPr/>
        <a:lstStyle/>
        <a:p>
          <a:pPr latinLnBrk="1"/>
          <a:endParaRPr lang="ko-KR" altLang="en-US"/>
        </a:p>
      </dgm:t>
    </dgm:pt>
    <dgm:pt modelId="{240B7355-CA32-4608-A423-682CD743BC27}" type="pres">
      <dgm:prSet presAssocID="{8A139E59-A504-46F1-84C5-AC245720D4D6}" presName="hierChild4" presStyleCnt="0"/>
      <dgm:spPr/>
    </dgm:pt>
    <dgm:pt modelId="{11EA3104-FE0E-4232-B08B-7303EB481B06}" type="pres">
      <dgm:prSet presAssocID="{4FED30D1-D67B-4BA6-9292-7E1ED01BED6E}" presName="Name37" presStyleLbl="parChTrans1D3" presStyleIdx="14" presStyleCnt="17"/>
      <dgm:spPr/>
      <dgm:t>
        <a:bodyPr/>
        <a:lstStyle/>
        <a:p>
          <a:pPr latinLnBrk="1"/>
          <a:endParaRPr lang="ko-KR" altLang="en-US"/>
        </a:p>
      </dgm:t>
    </dgm:pt>
    <dgm:pt modelId="{91394CBA-D92C-4A20-B68A-A4D77C06D42F}" type="pres">
      <dgm:prSet presAssocID="{201F5481-46A1-4D8B-BDA4-47BE8E10DEB6}" presName="hierRoot2" presStyleCnt="0">
        <dgm:presLayoutVars>
          <dgm:hierBranch val="init"/>
        </dgm:presLayoutVars>
      </dgm:prSet>
      <dgm:spPr/>
    </dgm:pt>
    <dgm:pt modelId="{A2AB39FE-1EF6-46BB-B925-AD20E4B50E31}" type="pres">
      <dgm:prSet presAssocID="{201F5481-46A1-4D8B-BDA4-47BE8E10DEB6}" presName="rootComposite" presStyleCnt="0"/>
      <dgm:spPr/>
    </dgm:pt>
    <dgm:pt modelId="{8D707AF1-DA34-4A8D-8723-81A8D65EB27B}" type="pres">
      <dgm:prSet presAssocID="{201F5481-46A1-4D8B-BDA4-47BE8E10DEB6}" presName="rootText" presStyleLbl="node3" presStyleIdx="14" presStyleCnt="17" custScaleY="53601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92C32EF-5D2F-4E12-B0B3-7D2ECD0A2BBD}" type="pres">
      <dgm:prSet presAssocID="{201F5481-46A1-4D8B-BDA4-47BE8E10DEB6}" presName="rootConnector" presStyleLbl="node3" presStyleIdx="14" presStyleCnt="17"/>
      <dgm:spPr/>
      <dgm:t>
        <a:bodyPr/>
        <a:lstStyle/>
        <a:p>
          <a:pPr latinLnBrk="1"/>
          <a:endParaRPr lang="ko-KR" altLang="en-US"/>
        </a:p>
      </dgm:t>
    </dgm:pt>
    <dgm:pt modelId="{9E329A86-4247-4C71-8760-9DFF84BE7B87}" type="pres">
      <dgm:prSet presAssocID="{201F5481-46A1-4D8B-BDA4-47BE8E10DEB6}" presName="hierChild4" presStyleCnt="0"/>
      <dgm:spPr/>
    </dgm:pt>
    <dgm:pt modelId="{711FDDB7-2BCD-461C-B5B3-6D9357D34512}" type="pres">
      <dgm:prSet presAssocID="{201F5481-46A1-4D8B-BDA4-47BE8E10DEB6}" presName="hierChild5" presStyleCnt="0"/>
      <dgm:spPr/>
    </dgm:pt>
    <dgm:pt modelId="{916526B9-A0FC-4118-8418-A3BC2C4254D5}" type="pres">
      <dgm:prSet presAssocID="{73D0BE3D-7358-4435-A485-B11F5AF9D8C0}" presName="Name37" presStyleLbl="parChTrans1D3" presStyleIdx="15" presStyleCnt="17"/>
      <dgm:spPr/>
      <dgm:t>
        <a:bodyPr/>
        <a:lstStyle/>
        <a:p>
          <a:pPr latinLnBrk="1"/>
          <a:endParaRPr lang="ko-KR" altLang="en-US"/>
        </a:p>
      </dgm:t>
    </dgm:pt>
    <dgm:pt modelId="{BD911A8E-FD1C-4914-A677-C06FA2E21113}" type="pres">
      <dgm:prSet presAssocID="{E2CBB947-54E0-4FB9-9919-29C13D32833F}" presName="hierRoot2" presStyleCnt="0">
        <dgm:presLayoutVars>
          <dgm:hierBranch val="init"/>
        </dgm:presLayoutVars>
      </dgm:prSet>
      <dgm:spPr/>
    </dgm:pt>
    <dgm:pt modelId="{5508BA3D-AFF3-4389-9839-F5C4C779B9A7}" type="pres">
      <dgm:prSet presAssocID="{E2CBB947-54E0-4FB9-9919-29C13D32833F}" presName="rootComposite" presStyleCnt="0"/>
      <dgm:spPr/>
    </dgm:pt>
    <dgm:pt modelId="{D2FE71A6-436E-45D2-90D1-980BB357A559}" type="pres">
      <dgm:prSet presAssocID="{E2CBB947-54E0-4FB9-9919-29C13D32833F}" presName="rootText" presStyleLbl="node3" presStyleIdx="15" presStyleCnt="17" custScaleY="53601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7E8E30E-C61F-42AD-9097-4358F0A39C20}" type="pres">
      <dgm:prSet presAssocID="{E2CBB947-54E0-4FB9-9919-29C13D32833F}" presName="rootConnector" presStyleLbl="node3" presStyleIdx="15" presStyleCnt="17"/>
      <dgm:spPr/>
      <dgm:t>
        <a:bodyPr/>
        <a:lstStyle/>
        <a:p>
          <a:pPr latinLnBrk="1"/>
          <a:endParaRPr lang="ko-KR" altLang="en-US"/>
        </a:p>
      </dgm:t>
    </dgm:pt>
    <dgm:pt modelId="{B37B38C3-9E74-409E-89F7-B6E8FEB8DE31}" type="pres">
      <dgm:prSet presAssocID="{E2CBB947-54E0-4FB9-9919-29C13D32833F}" presName="hierChild4" presStyleCnt="0"/>
      <dgm:spPr/>
    </dgm:pt>
    <dgm:pt modelId="{913B44EA-3374-427F-AF80-F2576C4CBD7B}" type="pres">
      <dgm:prSet presAssocID="{E2CBB947-54E0-4FB9-9919-29C13D32833F}" presName="hierChild5" presStyleCnt="0"/>
      <dgm:spPr/>
    </dgm:pt>
    <dgm:pt modelId="{95E252E0-C2A9-40B5-B24D-D22B75007DC3}" type="pres">
      <dgm:prSet presAssocID="{A753422F-AC14-411F-BE07-CC2979EA83DE}" presName="Name37" presStyleLbl="parChTrans1D3" presStyleIdx="16" presStyleCnt="17"/>
      <dgm:spPr/>
      <dgm:t>
        <a:bodyPr/>
        <a:lstStyle/>
        <a:p>
          <a:pPr latinLnBrk="1"/>
          <a:endParaRPr lang="ko-KR" altLang="en-US"/>
        </a:p>
      </dgm:t>
    </dgm:pt>
    <dgm:pt modelId="{8922AC42-FD69-45B6-B005-D89E6185EE5C}" type="pres">
      <dgm:prSet presAssocID="{7A881E98-1561-4136-91EA-9B7A150AA267}" presName="hierRoot2" presStyleCnt="0">
        <dgm:presLayoutVars>
          <dgm:hierBranch val="init"/>
        </dgm:presLayoutVars>
      </dgm:prSet>
      <dgm:spPr/>
    </dgm:pt>
    <dgm:pt modelId="{62DE6868-24D6-4D94-AD2D-8702AFA30434}" type="pres">
      <dgm:prSet presAssocID="{7A881E98-1561-4136-91EA-9B7A150AA267}" presName="rootComposite" presStyleCnt="0"/>
      <dgm:spPr/>
    </dgm:pt>
    <dgm:pt modelId="{D3663601-2EF6-45CB-A24B-EACABC1B3D23}" type="pres">
      <dgm:prSet presAssocID="{7A881E98-1561-4136-91EA-9B7A150AA267}" presName="rootText" presStyleLbl="node3" presStyleIdx="16" presStyleCnt="17" custScaleY="53601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3861E37-1B8E-402A-890F-64185F9B7620}" type="pres">
      <dgm:prSet presAssocID="{7A881E98-1561-4136-91EA-9B7A150AA267}" presName="rootConnector" presStyleLbl="node3" presStyleIdx="16" presStyleCnt="17"/>
      <dgm:spPr/>
      <dgm:t>
        <a:bodyPr/>
        <a:lstStyle/>
        <a:p>
          <a:pPr latinLnBrk="1"/>
          <a:endParaRPr lang="ko-KR" altLang="en-US"/>
        </a:p>
      </dgm:t>
    </dgm:pt>
    <dgm:pt modelId="{43A4D739-5627-409C-BF4A-162136D468EF}" type="pres">
      <dgm:prSet presAssocID="{7A881E98-1561-4136-91EA-9B7A150AA267}" presName="hierChild4" presStyleCnt="0"/>
      <dgm:spPr/>
    </dgm:pt>
    <dgm:pt modelId="{B66A89D0-8A56-4C6E-90EB-0CFACD673683}" type="pres">
      <dgm:prSet presAssocID="{7A881E98-1561-4136-91EA-9B7A150AA267}" presName="hierChild5" presStyleCnt="0"/>
      <dgm:spPr/>
    </dgm:pt>
    <dgm:pt modelId="{CA127C4A-52C4-4893-9C42-E5F2E5526FB7}" type="pres">
      <dgm:prSet presAssocID="{8A139E59-A504-46F1-84C5-AC245720D4D6}" presName="hierChild5" presStyleCnt="0"/>
      <dgm:spPr/>
    </dgm:pt>
    <dgm:pt modelId="{42C5FB3F-7656-4264-8B60-EC31E169C6A7}" type="pres">
      <dgm:prSet presAssocID="{079D2563-5BDD-42BD-A9B4-3F9DF2BDCF54}" presName="hierChild3" presStyleCnt="0"/>
      <dgm:spPr/>
    </dgm:pt>
  </dgm:ptLst>
  <dgm:cxnLst>
    <dgm:cxn modelId="{1A159EC1-986E-4EB9-8E02-106FCA2FCB6D}" type="presOf" srcId="{7C22D443-28B5-4085-AF2F-C9123824264E}" destId="{FF4484B7-162E-4AE8-B288-478F02F8D0F7}" srcOrd="1" destOrd="0" presId="urn:microsoft.com/office/officeart/2005/8/layout/orgChart1"/>
    <dgm:cxn modelId="{E48AC0F7-B2B2-4336-A60D-7CC8FFFF807F}" type="presOf" srcId="{73D0BE3D-7358-4435-A485-B11F5AF9D8C0}" destId="{916526B9-A0FC-4118-8418-A3BC2C4254D5}" srcOrd="0" destOrd="0" presId="urn:microsoft.com/office/officeart/2005/8/layout/orgChart1"/>
    <dgm:cxn modelId="{503C35AF-E65C-4750-A89D-65666B4276CD}" type="presOf" srcId="{1EEB3E38-0443-4340-9413-C02D6EAC1E9C}" destId="{82F28127-9982-42C9-9CA5-D716D7D3DC30}" srcOrd="1" destOrd="0" presId="urn:microsoft.com/office/officeart/2005/8/layout/orgChart1"/>
    <dgm:cxn modelId="{6ADB624B-2C67-460E-A019-D1960801CAB9}" srcId="{079D2563-5BDD-42BD-A9B4-3F9DF2BDCF54}" destId="{6EE3ED07-C87C-4869-A54C-65ACD80885BD}" srcOrd="0" destOrd="0" parTransId="{2FF5934F-8E6A-4FE8-B131-E7B6DBF24044}" sibTransId="{4301D955-BFC6-469D-B29C-85BDD067D661}"/>
    <dgm:cxn modelId="{4A0A096F-B6D1-4462-A56F-70A689905A6B}" type="presOf" srcId="{E2CBB947-54E0-4FB9-9919-29C13D32833F}" destId="{57E8E30E-C61F-42AD-9097-4358F0A39C20}" srcOrd="1" destOrd="0" presId="urn:microsoft.com/office/officeart/2005/8/layout/orgChart1"/>
    <dgm:cxn modelId="{BA7D4C0B-D2E2-4AC1-91A3-0DE013FA7AB6}" type="presOf" srcId="{201F5481-46A1-4D8B-BDA4-47BE8E10DEB6}" destId="{8D707AF1-DA34-4A8D-8723-81A8D65EB27B}" srcOrd="0" destOrd="0" presId="urn:microsoft.com/office/officeart/2005/8/layout/orgChart1"/>
    <dgm:cxn modelId="{47008328-4E3D-49C0-8BBD-EE9E0B1B24D5}" type="presOf" srcId="{CF2CD650-B767-4BEA-8BBE-C2B2E3933836}" destId="{708C64BB-8F64-421B-9412-5DBF63E018B8}" srcOrd="0" destOrd="0" presId="urn:microsoft.com/office/officeart/2005/8/layout/orgChart1"/>
    <dgm:cxn modelId="{1F75DD63-C113-41F5-BA53-877A2FE2E622}" srcId="{079D2563-5BDD-42BD-A9B4-3F9DF2BDCF54}" destId="{C6F6AEDC-9A4F-4C7D-9D1A-A279532F3CD8}" srcOrd="3" destOrd="0" parTransId="{7EC996A3-53A1-497B-8FB9-5713D3C1DC70}" sibTransId="{7064E9A4-D549-4050-B208-04AD72F2578B}"/>
    <dgm:cxn modelId="{AD7539AF-7B4B-4D55-9768-2DF5C6C9BDFE}" srcId="{5BCBA80F-70CC-44EA-B314-360BA39F2B7F}" destId="{5B6E8590-3653-444A-9051-B9B33A05F222}" srcOrd="3" destOrd="0" parTransId="{E17DD5AC-BB9D-46CD-BB9C-A9383EA4B920}" sibTransId="{040517BF-7D52-4E40-9EDD-F973A694724E}"/>
    <dgm:cxn modelId="{62C1CDCD-77E2-4D83-BBCA-B82B055B5F4D}" type="presOf" srcId="{E2CBB947-54E0-4FB9-9919-29C13D32833F}" destId="{D2FE71A6-436E-45D2-90D1-980BB357A559}" srcOrd="0" destOrd="0" presId="urn:microsoft.com/office/officeart/2005/8/layout/orgChart1"/>
    <dgm:cxn modelId="{02FFC959-8354-43B6-B58A-460073B2DACB}" srcId="{6EE3ED07-C87C-4869-A54C-65ACD80885BD}" destId="{2932F401-005D-417C-A7A5-11393617A03D}" srcOrd="0" destOrd="0" parTransId="{6C2D7162-3F31-4C3C-AE00-385B758727A6}" sibTransId="{EC6831E9-6020-4461-98C2-D796F7027C88}"/>
    <dgm:cxn modelId="{E76BCD02-7200-48B8-A8C1-EB305F165A93}" srcId="{079D2563-5BDD-42BD-A9B4-3F9DF2BDCF54}" destId="{5BCBA80F-70CC-44EA-B314-360BA39F2B7F}" srcOrd="1" destOrd="0" parTransId="{10D6C4F6-4435-44A1-9BD0-7C913F3AF601}" sibTransId="{B3D07545-8E5D-4D29-A8FE-500F1C9D86EC}"/>
    <dgm:cxn modelId="{A8053A45-FBFF-4154-AE1F-3FDA8F59A5EC}" type="presOf" srcId="{6EE3ED07-C87C-4869-A54C-65ACD80885BD}" destId="{81770347-D9B2-4977-B433-809508C75DC4}" srcOrd="1" destOrd="0" presId="urn:microsoft.com/office/officeart/2005/8/layout/orgChart1"/>
    <dgm:cxn modelId="{D142A25C-6808-48A3-96D5-0E87C070DAAD}" srcId="{D8A1A04F-8CB6-417B-8428-7F2E464DE7DB}" destId="{757ABE1B-317F-4EA8-AB10-8F9C86620510}" srcOrd="2" destOrd="0" parTransId="{21F5CBA8-9609-41F9-8128-A5C7894C3777}" sibTransId="{0F263AC6-E805-45EA-92F9-D06E970346BB}"/>
    <dgm:cxn modelId="{75CFAC58-4D4F-43CD-AC00-68D2ADC0D5D6}" type="presOf" srcId="{E17DD5AC-BB9D-46CD-BB9C-A9383EA4B920}" destId="{6A829EDB-AC93-45F7-BCCC-718CDCAF7B31}" srcOrd="0" destOrd="0" presId="urn:microsoft.com/office/officeart/2005/8/layout/orgChart1"/>
    <dgm:cxn modelId="{B1B6574E-2355-4FC6-B225-C576BBF179BF}" type="presOf" srcId="{5B6E8590-3653-444A-9051-B9B33A05F222}" destId="{D9F6E343-E6BB-4EC3-B5C8-A9379356024F}" srcOrd="1" destOrd="0" presId="urn:microsoft.com/office/officeart/2005/8/layout/orgChart1"/>
    <dgm:cxn modelId="{0D0A5386-8614-4B62-B256-2CFAA0FF78BA}" type="presOf" srcId="{757ABE1B-317F-4EA8-AB10-8F9C86620510}" destId="{B8959AC9-37A5-48C2-A5C0-E1263A9B91D9}" srcOrd="0" destOrd="0" presId="urn:microsoft.com/office/officeart/2005/8/layout/orgChart1"/>
    <dgm:cxn modelId="{D428505B-437D-4DA2-99A1-C84E613B81A1}" type="presOf" srcId="{1EEB3E38-0443-4340-9413-C02D6EAC1E9C}" destId="{F61D7D28-97EC-49C2-9723-29C7A1841719}" srcOrd="0" destOrd="0" presId="urn:microsoft.com/office/officeart/2005/8/layout/orgChart1"/>
    <dgm:cxn modelId="{029897DF-7600-4A31-B51B-39F070386A86}" srcId="{5BCBA80F-70CC-44EA-B314-360BA39F2B7F}" destId="{288E3C62-507D-4EDC-A24B-3495D44F1AA5}" srcOrd="2" destOrd="0" parTransId="{D68989B5-EEA6-4506-927C-FD2E82123F8E}" sibTransId="{9D626431-40A4-4EAD-962A-A6B15A765BC1}"/>
    <dgm:cxn modelId="{04C07909-2404-42C3-8647-A55833D7ECF3}" type="presOf" srcId="{E09E6B85-58E3-42A4-ADE4-9A4126950C10}" destId="{CE59C2DC-D79A-4F55-8B8B-07F9E10CCE8D}" srcOrd="0" destOrd="0" presId="urn:microsoft.com/office/officeart/2005/8/layout/orgChart1"/>
    <dgm:cxn modelId="{5FD1E9BB-DD4B-4BDE-9860-B0FD16C8FBC0}" srcId="{2C8B0DA9-5624-43C0-BD05-5C366094746A}" destId="{079D2563-5BDD-42BD-A9B4-3F9DF2BDCF54}" srcOrd="0" destOrd="0" parTransId="{82191034-37BE-4360-B5E5-DDF865EF2BA9}" sibTransId="{C1272F17-1335-41C0-8CC7-087E4CFDF6B4}"/>
    <dgm:cxn modelId="{73A30A14-B6BA-49DD-BDFF-732689A5EE90}" type="presOf" srcId="{201F5481-46A1-4D8B-BDA4-47BE8E10DEB6}" destId="{992C32EF-5D2F-4E12-B0B3-7D2ECD0A2BBD}" srcOrd="1" destOrd="0" presId="urn:microsoft.com/office/officeart/2005/8/layout/orgChart1"/>
    <dgm:cxn modelId="{6FDA51B3-E612-4E67-A0D3-CCFB4CDA154F}" type="presOf" srcId="{288E3C62-507D-4EDC-A24B-3495D44F1AA5}" destId="{8A7FFFB9-FBC7-456E-888B-D54ABBE7A95A}" srcOrd="0" destOrd="0" presId="urn:microsoft.com/office/officeart/2005/8/layout/orgChart1"/>
    <dgm:cxn modelId="{A674C13E-D82C-423E-AEA0-BDED835CF253}" type="presOf" srcId="{6885DC95-91D8-44C8-AB98-4C38CB079C35}" destId="{BE39BB54-57B2-4BC8-86C4-8C28F727C0F5}" srcOrd="1" destOrd="0" presId="urn:microsoft.com/office/officeart/2005/8/layout/orgChart1"/>
    <dgm:cxn modelId="{546E5743-49C4-41B7-855B-BB25AC226F3B}" type="presOf" srcId="{C6F6AEDC-9A4F-4C7D-9D1A-A279532F3CD8}" destId="{260BAB18-B77F-46FB-9415-77FA8A0E51FD}" srcOrd="0" destOrd="0" presId="urn:microsoft.com/office/officeart/2005/8/layout/orgChart1"/>
    <dgm:cxn modelId="{13080648-74AF-412E-AA53-A22776025902}" type="presOf" srcId="{2148D23F-1D8C-4AD6-B5E7-9DD08648297B}" destId="{69A1AA16-B8E5-476A-BAF9-9AC905132D45}" srcOrd="0" destOrd="0" presId="urn:microsoft.com/office/officeart/2005/8/layout/orgChart1"/>
    <dgm:cxn modelId="{5B9A8973-4B09-4CB8-A510-AAE12AECE4C4}" srcId="{D8A1A04F-8CB6-417B-8428-7F2E464DE7DB}" destId="{A72DCFB4-F8B9-4C51-B386-5F9F49E66876}" srcOrd="3" destOrd="0" parTransId="{A235C809-8A9A-4C39-8246-C14678F268FD}" sibTransId="{67FB97A7-3AF7-4C12-AE7E-0861D26FAD46}"/>
    <dgm:cxn modelId="{ECAC336B-C98B-4C7D-989B-76DFD0077324}" type="presOf" srcId="{35C435CD-65F5-4BA3-B219-AB031AE88799}" destId="{985E7C76-6010-4E28-A90B-E77D3FAEA659}" srcOrd="0" destOrd="0" presId="urn:microsoft.com/office/officeart/2005/8/layout/orgChart1"/>
    <dgm:cxn modelId="{45AACD3E-943D-4796-8064-37DDFAF2EFCB}" type="presOf" srcId="{2C8B0DA9-5624-43C0-BD05-5C366094746A}" destId="{52587CDC-5BAA-4036-98AF-596429BFC6B1}" srcOrd="0" destOrd="0" presId="urn:microsoft.com/office/officeart/2005/8/layout/orgChart1"/>
    <dgm:cxn modelId="{B845398C-033B-441D-A99A-526E89E9C9DA}" srcId="{8A139E59-A504-46F1-84C5-AC245720D4D6}" destId="{7A881E98-1561-4136-91EA-9B7A150AA267}" srcOrd="2" destOrd="0" parTransId="{A753422F-AC14-411F-BE07-CC2979EA83DE}" sibTransId="{F3666A6C-840F-4B4D-AC63-CDD2B40B6AC9}"/>
    <dgm:cxn modelId="{2D97DCB3-7058-44F4-8188-964D187942F0}" srcId="{6EE3ED07-C87C-4869-A54C-65ACD80885BD}" destId="{1EEB3E38-0443-4340-9413-C02D6EAC1E9C}" srcOrd="2" destOrd="0" parTransId="{563D15AB-F5A8-4325-9376-56353CFB41C0}" sibTransId="{AD1CA48A-9D8B-4DC6-9025-58F48BCCA5A3}"/>
    <dgm:cxn modelId="{4A066609-3B92-4962-8B38-FBBE549BFDB6}" type="presOf" srcId="{288E3C62-507D-4EDC-A24B-3495D44F1AA5}" destId="{D142807D-A63B-45D6-A88F-9A0CD064F0BF}" srcOrd="1" destOrd="0" presId="urn:microsoft.com/office/officeart/2005/8/layout/orgChart1"/>
    <dgm:cxn modelId="{7EE39FD7-F6E3-420C-B804-6C06C66952B0}" type="presOf" srcId="{F73E8672-65E8-43B3-A26F-F47ABAFCA995}" destId="{2995FAE2-BB50-41BF-A246-60303D243562}" srcOrd="0" destOrd="0" presId="urn:microsoft.com/office/officeart/2005/8/layout/orgChart1"/>
    <dgm:cxn modelId="{AB2CA2B5-0D5C-42B7-9FF0-CD47A901CB8B}" type="presOf" srcId="{EF0118EA-B207-48B5-8406-6801FF223239}" destId="{EA5F4F6B-7A21-4B0B-BD99-30FCA95F8F7D}" srcOrd="1" destOrd="0" presId="urn:microsoft.com/office/officeart/2005/8/layout/orgChart1"/>
    <dgm:cxn modelId="{FA6A1133-4E4F-4595-989A-E055E88AAD59}" srcId="{5BCBA80F-70CC-44EA-B314-360BA39F2B7F}" destId="{2148D23F-1D8C-4AD6-B5E7-9DD08648297B}" srcOrd="1" destOrd="0" parTransId="{008B588D-23DF-4A2A-9C16-A8BA5AC2417F}" sibTransId="{0053E44B-8E63-418F-9C26-C79FC16FFD5E}"/>
    <dgm:cxn modelId="{8D2042CF-199C-45D4-9319-DF7A1978A68F}" type="presOf" srcId="{5B6E8590-3653-444A-9051-B9B33A05F222}" destId="{A405848E-25B7-4EE2-8449-95D81FDD3056}" srcOrd="0" destOrd="0" presId="urn:microsoft.com/office/officeart/2005/8/layout/orgChart1"/>
    <dgm:cxn modelId="{C3A331DF-C703-4DFE-BEEB-5131987EAE2B}" type="presOf" srcId="{429E44BD-B686-4BE5-95F4-2FED19ABE8BF}" destId="{5A50967C-367A-4CD8-8226-7D8BD296D456}" srcOrd="1" destOrd="0" presId="urn:microsoft.com/office/officeart/2005/8/layout/orgChart1"/>
    <dgm:cxn modelId="{46E496FB-D694-41F6-A98D-A74F50D166B1}" type="presOf" srcId="{2932F401-005D-417C-A7A5-11393617A03D}" destId="{7FFA2C64-1EF1-46B6-B94A-A74BC6E794C8}" srcOrd="1" destOrd="0" presId="urn:microsoft.com/office/officeart/2005/8/layout/orgChart1"/>
    <dgm:cxn modelId="{ACD64889-1954-474B-B7DB-08F8D7301760}" type="presOf" srcId="{D8A1A04F-8CB6-417B-8428-7F2E464DE7DB}" destId="{BBAA09C4-C856-4810-BB06-370FFC2989A8}" srcOrd="1" destOrd="0" presId="urn:microsoft.com/office/officeart/2005/8/layout/orgChart1"/>
    <dgm:cxn modelId="{6B24E9AC-E666-46FE-890E-C0A0955B262E}" type="presOf" srcId="{21F5CBA8-9609-41F9-8128-A5C7894C3777}" destId="{8F53CB83-BDD0-4045-80C1-834F297389E1}" srcOrd="0" destOrd="0" presId="urn:microsoft.com/office/officeart/2005/8/layout/orgChart1"/>
    <dgm:cxn modelId="{78393E76-C51A-49C4-8B0D-99C2F60C3A17}" type="presOf" srcId="{008B588D-23DF-4A2A-9C16-A8BA5AC2417F}" destId="{BA92A9F0-4A3F-441A-88AD-2CCA7F18D48D}" srcOrd="0" destOrd="0" presId="urn:microsoft.com/office/officeart/2005/8/layout/orgChart1"/>
    <dgm:cxn modelId="{403776DB-477A-48A7-ACDC-C624E516770F}" type="presOf" srcId="{516C4D11-4FD1-4AA0-BB21-D0B219014409}" destId="{FC663E8F-CBC6-48B8-BFE9-4B3E00DF9C57}" srcOrd="1" destOrd="0" presId="urn:microsoft.com/office/officeart/2005/8/layout/orgChart1"/>
    <dgm:cxn modelId="{0243EEA5-DA8B-4349-97D9-F0CB89C99F86}" type="presOf" srcId="{3448BEDD-4E90-483A-BAA9-4FB78ECFE6C5}" destId="{646B8D0E-6D67-4652-88D0-3E550FDC0E51}" srcOrd="0" destOrd="0" presId="urn:microsoft.com/office/officeart/2005/8/layout/orgChart1"/>
    <dgm:cxn modelId="{9CE226EE-B8E7-4773-A24C-3BF06F3A84F5}" type="presOf" srcId="{A753422F-AC14-411F-BE07-CC2979EA83DE}" destId="{95E252E0-C2A9-40B5-B24D-D22B75007DC3}" srcOrd="0" destOrd="0" presId="urn:microsoft.com/office/officeart/2005/8/layout/orgChart1"/>
    <dgm:cxn modelId="{4654D90C-754A-48E8-8A49-BA1293096B3A}" srcId="{079D2563-5BDD-42BD-A9B4-3F9DF2BDCF54}" destId="{D8A1A04F-8CB6-417B-8428-7F2E464DE7DB}" srcOrd="2" destOrd="0" parTransId="{CE70F3F6-D58D-44F4-A3F9-68BEEDF4A67A}" sibTransId="{FFF0DEEA-782E-4362-84AE-1A9A1A37BAEC}"/>
    <dgm:cxn modelId="{5A849733-1C7F-4E42-ADDD-24B6F28E8732}" type="presOf" srcId="{5BCBA80F-70CC-44EA-B314-360BA39F2B7F}" destId="{3E1F339D-F2E3-4A65-BF61-C2FA626E213A}" srcOrd="1" destOrd="0" presId="urn:microsoft.com/office/officeart/2005/8/layout/orgChart1"/>
    <dgm:cxn modelId="{F00980C3-36D3-4010-99E9-BA33D99FD657}" type="presOf" srcId="{8A139E59-A504-46F1-84C5-AC245720D4D6}" destId="{2DE2DF14-DAC4-4EE2-8345-C22547565EEB}" srcOrd="1" destOrd="0" presId="urn:microsoft.com/office/officeart/2005/8/layout/orgChart1"/>
    <dgm:cxn modelId="{169FF511-DCFE-4576-BD81-E0979C3CBDC9}" type="presOf" srcId="{079D2563-5BDD-42BD-A9B4-3F9DF2BDCF54}" destId="{0CDA4825-8282-45C8-BFB0-2246AFE53E74}" srcOrd="0" destOrd="0" presId="urn:microsoft.com/office/officeart/2005/8/layout/orgChart1"/>
    <dgm:cxn modelId="{55378056-3E37-4D86-9347-9B8B5140ED9C}" type="presOf" srcId="{757ABE1B-317F-4EA8-AB10-8F9C86620510}" destId="{8BE1E2CE-656D-44B0-A26B-3229E295235F}" srcOrd="1" destOrd="0" presId="urn:microsoft.com/office/officeart/2005/8/layout/orgChart1"/>
    <dgm:cxn modelId="{0B512CA5-8A0E-4161-8451-C40B92F8EBCB}" type="presOf" srcId="{7EC996A3-53A1-497B-8FB9-5713D3C1DC70}" destId="{5BD7144F-82AD-48D9-AFC1-A2D90E02B41E}" srcOrd="0" destOrd="0" presId="urn:microsoft.com/office/officeart/2005/8/layout/orgChart1"/>
    <dgm:cxn modelId="{2D878BF9-D7CC-483C-9763-4D9668BAA1B1}" type="presOf" srcId="{D8A1A04F-8CB6-417B-8428-7F2E464DE7DB}" destId="{B1DB7839-545D-432F-BCDA-A02FAB4968E2}" srcOrd="0" destOrd="0" presId="urn:microsoft.com/office/officeart/2005/8/layout/orgChart1"/>
    <dgm:cxn modelId="{2E8A9EC6-E1ED-48AE-8275-9D1203732D66}" type="presOf" srcId="{CAA17787-CAE6-4B9E-8E68-81931C743064}" destId="{671A7E01-3512-4EEB-9CCC-59DF89F14814}" srcOrd="0" destOrd="0" presId="urn:microsoft.com/office/officeart/2005/8/layout/orgChart1"/>
    <dgm:cxn modelId="{D86481E8-7307-47F1-A6C2-4D5747F59B99}" type="presOf" srcId="{3448BEDD-4E90-483A-BAA9-4FB78ECFE6C5}" destId="{E3DAD988-E68A-4F41-8474-81F9A2A2022A}" srcOrd="1" destOrd="0" presId="urn:microsoft.com/office/officeart/2005/8/layout/orgChart1"/>
    <dgm:cxn modelId="{E39D25A1-075D-49F4-AFD9-F9446065D5A1}" type="presOf" srcId="{2932F401-005D-417C-A7A5-11393617A03D}" destId="{8D6BBD76-C771-4149-9DB4-9266B434BE8D}" srcOrd="0" destOrd="0" presId="urn:microsoft.com/office/officeart/2005/8/layout/orgChart1"/>
    <dgm:cxn modelId="{2C756FC0-6A6A-4DED-B3A7-D09B02416D0E}" type="presOf" srcId="{5F0BECE9-7A43-4C29-8E5A-1C006BA6E961}" destId="{E50EE31F-32E8-44F0-98E5-E72B965FA434}" srcOrd="1" destOrd="0" presId="urn:microsoft.com/office/officeart/2005/8/layout/orgChart1"/>
    <dgm:cxn modelId="{D572F06C-B3DA-4711-B0CD-368509B13999}" srcId="{8A139E59-A504-46F1-84C5-AC245720D4D6}" destId="{E2CBB947-54E0-4FB9-9919-29C13D32833F}" srcOrd="1" destOrd="0" parTransId="{73D0BE3D-7358-4435-A485-B11F5AF9D8C0}" sibTransId="{0E6787E7-7406-4F35-B095-7BC8F205428C}"/>
    <dgm:cxn modelId="{47A5A8FC-B432-405C-866A-DFA43735F237}" type="presOf" srcId="{6C2D7162-3F31-4C3C-AE00-385B758727A6}" destId="{C8EF47B7-5293-4B9A-8A40-637735E6C51D}" srcOrd="0" destOrd="0" presId="urn:microsoft.com/office/officeart/2005/8/layout/orgChart1"/>
    <dgm:cxn modelId="{EA2CF655-C85E-4E53-A0F4-434ED51FF942}" srcId="{6EE3ED07-C87C-4869-A54C-65ACD80885BD}" destId="{5F0BECE9-7A43-4C29-8E5A-1C006BA6E961}" srcOrd="3" destOrd="0" parTransId="{F73E8672-65E8-43B3-A26F-F47ABAFCA995}" sibTransId="{3D89FC89-E3CC-4383-BE11-8EECF215752B}"/>
    <dgm:cxn modelId="{3E20A909-0C9A-425B-B339-0F8F693A51D9}" type="presOf" srcId="{2148D23F-1D8C-4AD6-B5E7-9DD08648297B}" destId="{53F80931-5FD1-40D4-9098-FD5D2C585300}" srcOrd="1" destOrd="0" presId="urn:microsoft.com/office/officeart/2005/8/layout/orgChart1"/>
    <dgm:cxn modelId="{9DF17D70-BE57-4D1F-AAA2-9C4B43E4A264}" type="presOf" srcId="{6885DC95-91D8-44C8-AB98-4C38CB079C35}" destId="{18437955-61EC-46F3-8CA9-81DEF4B0C259}" srcOrd="0" destOrd="0" presId="urn:microsoft.com/office/officeart/2005/8/layout/orgChart1"/>
    <dgm:cxn modelId="{34ED1D18-704D-4E00-97D0-53788B98A110}" srcId="{6EE3ED07-C87C-4869-A54C-65ACD80885BD}" destId="{3448BEDD-4E90-483A-BAA9-4FB78ECFE6C5}" srcOrd="4" destOrd="0" parTransId="{CF2CD650-B767-4BEA-8BBE-C2B2E3933836}" sibTransId="{BD3F6C24-CE0B-46CC-9848-FEC61EA347A4}"/>
    <dgm:cxn modelId="{CB793062-7CBC-46BD-B065-118D32A5FD8B}" type="presOf" srcId="{7C22D443-28B5-4085-AF2F-C9123824264E}" destId="{0DCFA2FB-E01A-47A7-B663-005F574F6DAC}" srcOrd="0" destOrd="0" presId="urn:microsoft.com/office/officeart/2005/8/layout/orgChart1"/>
    <dgm:cxn modelId="{D8A43C34-535C-4F14-BE67-CD08C0F7ED90}" type="presOf" srcId="{7A881E98-1561-4136-91EA-9B7A150AA267}" destId="{C3861E37-1B8E-402A-890F-64185F9B7620}" srcOrd="1" destOrd="0" presId="urn:microsoft.com/office/officeart/2005/8/layout/orgChart1"/>
    <dgm:cxn modelId="{4CFD1A38-A80F-430D-B7F2-1EFEB93AFE13}" type="presOf" srcId="{2FF5934F-8E6A-4FE8-B131-E7B6DBF24044}" destId="{A8FD8707-9C96-43CB-9657-6E47CC2B4684}" srcOrd="0" destOrd="0" presId="urn:microsoft.com/office/officeart/2005/8/layout/orgChart1"/>
    <dgm:cxn modelId="{301F4977-920D-4F8E-9E75-691C1C8C203F}" srcId="{D8A1A04F-8CB6-417B-8428-7F2E464DE7DB}" destId="{516C4D11-4FD1-4AA0-BB21-D0B219014409}" srcOrd="0" destOrd="0" parTransId="{94FB42AA-68FA-4463-BF78-D0B51B09A4BC}" sibTransId="{C3ACA1C8-6C52-4F4C-ABED-0480E2C40111}"/>
    <dgm:cxn modelId="{22611CA0-1BF1-41DD-8931-10F6D699CBFF}" type="presOf" srcId="{EF0118EA-B207-48B5-8406-6801FF223239}" destId="{D98C14F1-52E5-424E-954E-1218BF284735}" srcOrd="0" destOrd="0" presId="urn:microsoft.com/office/officeart/2005/8/layout/orgChart1"/>
    <dgm:cxn modelId="{6E889612-5B31-4D30-BD71-4A8A295246D7}" type="presOf" srcId="{7A881E98-1561-4136-91EA-9B7A150AA267}" destId="{D3663601-2EF6-45CB-A24B-EACABC1B3D23}" srcOrd="0" destOrd="0" presId="urn:microsoft.com/office/officeart/2005/8/layout/orgChart1"/>
    <dgm:cxn modelId="{413BD3BD-3F99-41CF-B434-4C625C63C7E5}" type="presOf" srcId="{429E44BD-B686-4BE5-95F4-2FED19ABE8BF}" destId="{B58DFFC7-B279-415B-830F-5C3A5EAB25F2}" srcOrd="0" destOrd="0" presId="urn:microsoft.com/office/officeart/2005/8/layout/orgChart1"/>
    <dgm:cxn modelId="{782560E9-D52C-4E20-A838-AE8E4175EF8F}" type="presOf" srcId="{8A139E59-A504-46F1-84C5-AC245720D4D6}" destId="{6C07B351-C18A-459C-86F6-24AD6DC47150}" srcOrd="0" destOrd="0" presId="urn:microsoft.com/office/officeart/2005/8/layout/orgChart1"/>
    <dgm:cxn modelId="{659B067E-EB12-45AD-9F0E-40DDE4398792}" type="presOf" srcId="{6EE3ED07-C87C-4869-A54C-65ACD80885BD}" destId="{126919AA-5B44-4AA1-AD9D-C16183F77E3A}" srcOrd="0" destOrd="0" presId="urn:microsoft.com/office/officeart/2005/8/layout/orgChart1"/>
    <dgm:cxn modelId="{0BA7BFB3-6A54-4046-8D94-9F43920F0138}" type="presOf" srcId="{5F0BECE9-7A43-4C29-8E5A-1C006BA6E961}" destId="{64487651-BAE3-4522-A4E4-F2A2105D9FA0}" srcOrd="0" destOrd="0" presId="urn:microsoft.com/office/officeart/2005/8/layout/orgChart1"/>
    <dgm:cxn modelId="{821CF103-5F01-49F3-9CD7-1B0D31256954}" type="presOf" srcId="{A72DCFB4-F8B9-4C51-B386-5F9F49E66876}" destId="{6D622C3A-0CE8-4FDB-BA72-57BFEBEDC8B5}" srcOrd="0" destOrd="0" presId="urn:microsoft.com/office/officeart/2005/8/layout/orgChart1"/>
    <dgm:cxn modelId="{C1301A7E-4619-455A-9A00-F0B0AEA9F3EC}" type="presOf" srcId="{563D15AB-F5A8-4325-9376-56353CFB41C0}" destId="{36DBDA8B-6520-4758-A5FA-4E4B92DD43ED}" srcOrd="0" destOrd="0" presId="urn:microsoft.com/office/officeart/2005/8/layout/orgChart1"/>
    <dgm:cxn modelId="{538D009F-8460-4FBA-AA93-2BC14E8F4194}" type="presOf" srcId="{DF17B767-309B-4F0A-BD1A-836EAE6809D0}" destId="{3B8AC916-9A6C-4355-BE11-4874789B27EF}" srcOrd="0" destOrd="0" presId="urn:microsoft.com/office/officeart/2005/8/layout/orgChart1"/>
    <dgm:cxn modelId="{24E04A94-7D41-4130-A5EF-996AA650D724}" srcId="{6EE3ED07-C87C-4869-A54C-65ACD80885BD}" destId="{6885DC95-91D8-44C8-AB98-4C38CB079C35}" srcOrd="1" destOrd="0" parTransId="{CAA17787-CAE6-4B9E-8E68-81931C743064}" sibTransId="{8AE94325-841A-466E-97C0-AA852CD4D9F7}"/>
    <dgm:cxn modelId="{45DD9DB7-7606-4F07-A562-E0A30D3F08BC}" type="presOf" srcId="{4FED30D1-D67B-4BA6-9292-7E1ED01BED6E}" destId="{11EA3104-FE0E-4232-B08B-7303EB481B06}" srcOrd="0" destOrd="0" presId="urn:microsoft.com/office/officeart/2005/8/layout/orgChart1"/>
    <dgm:cxn modelId="{0BAB133B-F6BB-4426-918A-D1C0B53AA826}" type="presOf" srcId="{DD3DBCF4-F741-45F4-9FC2-0787FB9FE26B}" destId="{A7442E0A-1E69-484B-ADE4-8D78AB97625B}" srcOrd="0" destOrd="0" presId="urn:microsoft.com/office/officeart/2005/8/layout/orgChart1"/>
    <dgm:cxn modelId="{C24859D4-4FA0-4505-9A04-A7A7819F5B36}" type="presOf" srcId="{D68989B5-EEA6-4506-927C-FD2E82123F8E}" destId="{64A0BFC8-FE74-4E00-817C-78DA67027E9D}" srcOrd="0" destOrd="0" presId="urn:microsoft.com/office/officeart/2005/8/layout/orgChart1"/>
    <dgm:cxn modelId="{4533695D-FE42-4DBD-96C4-45A927D42737}" srcId="{C6F6AEDC-9A4F-4C7D-9D1A-A279532F3CD8}" destId="{EF0118EA-B207-48B5-8406-6801FF223239}" srcOrd="0" destOrd="0" parTransId="{DF17B767-309B-4F0A-BD1A-836EAE6809D0}" sibTransId="{AE257D0E-D0DD-4345-8D08-B5289D31312A}"/>
    <dgm:cxn modelId="{0982FAF9-D672-4362-A889-D20BF81CE392}" type="presOf" srcId="{A72DCFB4-F8B9-4C51-B386-5F9F49E66876}" destId="{7A2CC4E1-E464-4AE6-B6EC-EB7E2FE90873}" srcOrd="1" destOrd="0" presId="urn:microsoft.com/office/officeart/2005/8/layout/orgChart1"/>
    <dgm:cxn modelId="{1F01B678-8F2B-453A-80B4-1DAEEEE362F8}" type="presOf" srcId="{C6F6AEDC-9A4F-4C7D-9D1A-A279532F3CD8}" destId="{B120C69C-46BA-4732-BB79-9CA3281ACD0D}" srcOrd="1" destOrd="0" presId="urn:microsoft.com/office/officeart/2005/8/layout/orgChart1"/>
    <dgm:cxn modelId="{D1816B2F-05C5-4BC5-9229-79176D7C1642}" type="presOf" srcId="{079D2563-5BDD-42BD-A9B4-3F9DF2BDCF54}" destId="{01241FD5-083E-436F-831C-B7D5684DDF17}" srcOrd="1" destOrd="0" presId="urn:microsoft.com/office/officeart/2005/8/layout/orgChart1"/>
    <dgm:cxn modelId="{C834C5D6-193F-4349-99AB-C49DBCC1026F}" srcId="{8A139E59-A504-46F1-84C5-AC245720D4D6}" destId="{201F5481-46A1-4D8B-BDA4-47BE8E10DEB6}" srcOrd="0" destOrd="0" parTransId="{4FED30D1-D67B-4BA6-9292-7E1ED01BED6E}" sibTransId="{42AF74A3-4792-49C0-9BFC-59E95E0A986E}"/>
    <dgm:cxn modelId="{3912A3A4-9D1D-4013-88DA-A919771F12ED}" type="presOf" srcId="{5BCBA80F-70CC-44EA-B314-360BA39F2B7F}" destId="{52C2E3AC-3746-4CF0-8A27-19E44343F73D}" srcOrd="0" destOrd="0" presId="urn:microsoft.com/office/officeart/2005/8/layout/orgChart1"/>
    <dgm:cxn modelId="{2A68F7AA-6074-472A-852D-A87BCEEE619B}" srcId="{5BCBA80F-70CC-44EA-B314-360BA39F2B7F}" destId="{429E44BD-B686-4BE5-95F4-2FED19ABE8BF}" srcOrd="0" destOrd="0" parTransId="{E09E6B85-58E3-42A4-ADE4-9A4126950C10}" sibTransId="{5FB15EF7-0E3A-4A71-BB45-D73978714790}"/>
    <dgm:cxn modelId="{6CB75529-932F-49FE-B04E-1389D5DF3A0B}" srcId="{D8A1A04F-8CB6-417B-8428-7F2E464DE7DB}" destId="{7C22D443-28B5-4085-AF2F-C9123824264E}" srcOrd="1" destOrd="0" parTransId="{35C435CD-65F5-4BA3-B219-AB031AE88799}" sibTransId="{84C6A70E-12A1-425D-ADD0-AA5D667265B0}"/>
    <dgm:cxn modelId="{53F5DC18-AC70-4E5B-A177-85A0F21230E8}" type="presOf" srcId="{10D6C4F6-4435-44A1-9BD0-7C913F3AF601}" destId="{03E082E8-93F3-473A-8F68-0E08AD4EB277}" srcOrd="0" destOrd="0" presId="urn:microsoft.com/office/officeart/2005/8/layout/orgChart1"/>
    <dgm:cxn modelId="{C433960F-DB14-4A15-8410-C9406CADDE84}" type="presOf" srcId="{A235C809-8A9A-4C39-8246-C14678F268FD}" destId="{FCDFABF6-4624-4301-BD41-E05A803F4C5A}" srcOrd="0" destOrd="0" presId="urn:microsoft.com/office/officeart/2005/8/layout/orgChart1"/>
    <dgm:cxn modelId="{64FF1ACA-0D89-41EB-8AA3-200E008F4DBC}" type="presOf" srcId="{CE70F3F6-D58D-44F4-A3F9-68BEEDF4A67A}" destId="{8DBE9472-38C9-4B3A-9B13-FBC9769C1BB3}" srcOrd="0" destOrd="0" presId="urn:microsoft.com/office/officeart/2005/8/layout/orgChart1"/>
    <dgm:cxn modelId="{0E4CAF79-8A5D-459E-A78D-D94457B9BEC4}" type="presOf" srcId="{94FB42AA-68FA-4463-BF78-D0B51B09A4BC}" destId="{1EE3A958-935C-47BA-A8D5-EA00D3D7BB97}" srcOrd="0" destOrd="0" presId="urn:microsoft.com/office/officeart/2005/8/layout/orgChart1"/>
    <dgm:cxn modelId="{DF0E2C5D-E850-4027-B6D2-3819BC420D9C}" srcId="{079D2563-5BDD-42BD-A9B4-3F9DF2BDCF54}" destId="{8A139E59-A504-46F1-84C5-AC245720D4D6}" srcOrd="4" destOrd="0" parTransId="{DD3DBCF4-F741-45F4-9FC2-0787FB9FE26B}" sibTransId="{A4A7CEBB-8537-48F5-8CBF-0D080A2039EC}"/>
    <dgm:cxn modelId="{33F0614A-0934-407F-8536-72816433B317}" type="presOf" srcId="{516C4D11-4FD1-4AA0-BB21-D0B219014409}" destId="{F95739FD-6D4A-488D-9235-BD9F2FFC40F4}" srcOrd="0" destOrd="0" presId="urn:microsoft.com/office/officeart/2005/8/layout/orgChart1"/>
    <dgm:cxn modelId="{95FBDC33-41FA-44CC-8518-BB036CA7D342}" type="presParOf" srcId="{52587CDC-5BAA-4036-98AF-596429BFC6B1}" destId="{9A8DB464-AEFB-4D70-95A2-F727601528FF}" srcOrd="0" destOrd="0" presId="urn:microsoft.com/office/officeart/2005/8/layout/orgChart1"/>
    <dgm:cxn modelId="{6824AAF6-77E0-4059-A8CB-ACB35933C0E5}" type="presParOf" srcId="{9A8DB464-AEFB-4D70-95A2-F727601528FF}" destId="{08EC700E-D28B-4282-8CA8-8D061283AFC4}" srcOrd="0" destOrd="0" presId="urn:microsoft.com/office/officeart/2005/8/layout/orgChart1"/>
    <dgm:cxn modelId="{6A39CBF0-1883-4E39-B939-9D9407F729CD}" type="presParOf" srcId="{08EC700E-D28B-4282-8CA8-8D061283AFC4}" destId="{0CDA4825-8282-45C8-BFB0-2246AFE53E74}" srcOrd="0" destOrd="0" presId="urn:microsoft.com/office/officeart/2005/8/layout/orgChart1"/>
    <dgm:cxn modelId="{8915A673-FAF8-4C29-956B-D4E17AB0D19C}" type="presParOf" srcId="{08EC700E-D28B-4282-8CA8-8D061283AFC4}" destId="{01241FD5-083E-436F-831C-B7D5684DDF17}" srcOrd="1" destOrd="0" presId="urn:microsoft.com/office/officeart/2005/8/layout/orgChart1"/>
    <dgm:cxn modelId="{3568E77C-FE35-4099-B4B1-77CADEE0BCF2}" type="presParOf" srcId="{9A8DB464-AEFB-4D70-95A2-F727601528FF}" destId="{594214D4-B535-4D30-B493-2431BC3652BD}" srcOrd="1" destOrd="0" presId="urn:microsoft.com/office/officeart/2005/8/layout/orgChart1"/>
    <dgm:cxn modelId="{F1A94FEC-12E1-43A3-818E-259C2E785394}" type="presParOf" srcId="{594214D4-B535-4D30-B493-2431BC3652BD}" destId="{A8FD8707-9C96-43CB-9657-6E47CC2B4684}" srcOrd="0" destOrd="0" presId="urn:microsoft.com/office/officeart/2005/8/layout/orgChart1"/>
    <dgm:cxn modelId="{2EACDD11-E16C-4AAB-B90C-AF42047E44F9}" type="presParOf" srcId="{594214D4-B535-4D30-B493-2431BC3652BD}" destId="{B12B0916-EE45-44BD-8630-FD443C0CBFB5}" srcOrd="1" destOrd="0" presId="urn:microsoft.com/office/officeart/2005/8/layout/orgChart1"/>
    <dgm:cxn modelId="{49B279F7-328F-489C-AE44-994BAEB13EF2}" type="presParOf" srcId="{B12B0916-EE45-44BD-8630-FD443C0CBFB5}" destId="{5448BE16-3E9D-41B6-BAE6-35831DFC0210}" srcOrd="0" destOrd="0" presId="urn:microsoft.com/office/officeart/2005/8/layout/orgChart1"/>
    <dgm:cxn modelId="{03547D2D-8C12-47F4-B40F-96E052B54841}" type="presParOf" srcId="{5448BE16-3E9D-41B6-BAE6-35831DFC0210}" destId="{126919AA-5B44-4AA1-AD9D-C16183F77E3A}" srcOrd="0" destOrd="0" presId="urn:microsoft.com/office/officeart/2005/8/layout/orgChart1"/>
    <dgm:cxn modelId="{AF002C75-2983-41CC-AFEF-D2156FF46F47}" type="presParOf" srcId="{5448BE16-3E9D-41B6-BAE6-35831DFC0210}" destId="{81770347-D9B2-4977-B433-809508C75DC4}" srcOrd="1" destOrd="0" presId="urn:microsoft.com/office/officeart/2005/8/layout/orgChart1"/>
    <dgm:cxn modelId="{D50D751F-53FA-4BBF-B30C-161158B5032D}" type="presParOf" srcId="{B12B0916-EE45-44BD-8630-FD443C0CBFB5}" destId="{8C880120-B653-49C8-A5F4-52E6D3372936}" srcOrd="1" destOrd="0" presId="urn:microsoft.com/office/officeart/2005/8/layout/orgChart1"/>
    <dgm:cxn modelId="{1CA5CC3B-9BA3-41E7-B884-0F8DAC1F2335}" type="presParOf" srcId="{8C880120-B653-49C8-A5F4-52E6D3372936}" destId="{C8EF47B7-5293-4B9A-8A40-637735E6C51D}" srcOrd="0" destOrd="0" presId="urn:microsoft.com/office/officeart/2005/8/layout/orgChart1"/>
    <dgm:cxn modelId="{7FBEB285-1D13-4DBF-B856-B3AFBEF61B97}" type="presParOf" srcId="{8C880120-B653-49C8-A5F4-52E6D3372936}" destId="{37F32003-E7D0-4336-A65F-92EA4CD4774C}" srcOrd="1" destOrd="0" presId="urn:microsoft.com/office/officeart/2005/8/layout/orgChart1"/>
    <dgm:cxn modelId="{F614694F-747A-4AE2-AF70-05470334E7F5}" type="presParOf" srcId="{37F32003-E7D0-4336-A65F-92EA4CD4774C}" destId="{C2184CDA-4F9A-444C-914A-5069D28D2F47}" srcOrd="0" destOrd="0" presId="urn:microsoft.com/office/officeart/2005/8/layout/orgChart1"/>
    <dgm:cxn modelId="{0BE50980-046C-4CB3-ADC9-AC9274B3528F}" type="presParOf" srcId="{C2184CDA-4F9A-444C-914A-5069D28D2F47}" destId="{8D6BBD76-C771-4149-9DB4-9266B434BE8D}" srcOrd="0" destOrd="0" presId="urn:microsoft.com/office/officeart/2005/8/layout/orgChart1"/>
    <dgm:cxn modelId="{DE7DCBDD-A842-40DB-9B81-00E441EA3EC6}" type="presParOf" srcId="{C2184CDA-4F9A-444C-914A-5069D28D2F47}" destId="{7FFA2C64-1EF1-46B6-B94A-A74BC6E794C8}" srcOrd="1" destOrd="0" presId="urn:microsoft.com/office/officeart/2005/8/layout/orgChart1"/>
    <dgm:cxn modelId="{2C0D9114-FC23-4750-8A5D-134FB6405995}" type="presParOf" srcId="{37F32003-E7D0-4336-A65F-92EA4CD4774C}" destId="{B0F39C19-EF3F-4AF9-910F-6E5E8FFFDF97}" srcOrd="1" destOrd="0" presId="urn:microsoft.com/office/officeart/2005/8/layout/orgChart1"/>
    <dgm:cxn modelId="{0BFDA891-0E00-46C6-9502-D920ACAC655E}" type="presParOf" srcId="{37F32003-E7D0-4336-A65F-92EA4CD4774C}" destId="{2E4383F9-52A4-4617-A756-8C12A249E20C}" srcOrd="2" destOrd="0" presId="urn:microsoft.com/office/officeart/2005/8/layout/orgChart1"/>
    <dgm:cxn modelId="{D8DE144B-D497-4EDD-BDB8-57E3A3FD76A5}" type="presParOf" srcId="{8C880120-B653-49C8-A5F4-52E6D3372936}" destId="{671A7E01-3512-4EEB-9CCC-59DF89F14814}" srcOrd="2" destOrd="0" presId="urn:microsoft.com/office/officeart/2005/8/layout/orgChart1"/>
    <dgm:cxn modelId="{B1561537-4739-4CEB-ACEE-DADD1BC98643}" type="presParOf" srcId="{8C880120-B653-49C8-A5F4-52E6D3372936}" destId="{E496E464-1FF1-4053-A2A0-36769CB01B5E}" srcOrd="3" destOrd="0" presId="urn:microsoft.com/office/officeart/2005/8/layout/orgChart1"/>
    <dgm:cxn modelId="{FBE29707-0F86-4347-9F76-1E880ADA9C70}" type="presParOf" srcId="{E496E464-1FF1-4053-A2A0-36769CB01B5E}" destId="{E84E24E8-B9A9-4927-BCDE-EB51BDC725F3}" srcOrd="0" destOrd="0" presId="urn:microsoft.com/office/officeart/2005/8/layout/orgChart1"/>
    <dgm:cxn modelId="{68DCC2A9-7D4E-4965-BB46-49C0F462DF92}" type="presParOf" srcId="{E84E24E8-B9A9-4927-BCDE-EB51BDC725F3}" destId="{18437955-61EC-46F3-8CA9-81DEF4B0C259}" srcOrd="0" destOrd="0" presId="urn:microsoft.com/office/officeart/2005/8/layout/orgChart1"/>
    <dgm:cxn modelId="{0AEBBB31-1C9F-4637-8D5A-D86FAF810B44}" type="presParOf" srcId="{E84E24E8-B9A9-4927-BCDE-EB51BDC725F3}" destId="{BE39BB54-57B2-4BC8-86C4-8C28F727C0F5}" srcOrd="1" destOrd="0" presId="urn:microsoft.com/office/officeart/2005/8/layout/orgChart1"/>
    <dgm:cxn modelId="{68EF0A8D-CE92-49F8-9E78-22F31D8255ED}" type="presParOf" srcId="{E496E464-1FF1-4053-A2A0-36769CB01B5E}" destId="{AF9BAA45-3147-49B2-9B1F-8B8B28FAE943}" srcOrd="1" destOrd="0" presId="urn:microsoft.com/office/officeart/2005/8/layout/orgChart1"/>
    <dgm:cxn modelId="{5211503B-2A6C-45CD-880D-8ACF4B7E1B3A}" type="presParOf" srcId="{E496E464-1FF1-4053-A2A0-36769CB01B5E}" destId="{184EDE8B-39D8-4693-BF58-70B85683AB2B}" srcOrd="2" destOrd="0" presId="urn:microsoft.com/office/officeart/2005/8/layout/orgChart1"/>
    <dgm:cxn modelId="{F0C3E670-AAA3-480B-80EA-A6592F834387}" type="presParOf" srcId="{8C880120-B653-49C8-A5F4-52E6D3372936}" destId="{36DBDA8B-6520-4758-A5FA-4E4B92DD43ED}" srcOrd="4" destOrd="0" presId="urn:microsoft.com/office/officeart/2005/8/layout/orgChart1"/>
    <dgm:cxn modelId="{45EC989A-E425-4C6F-9013-F1F9D5BC0794}" type="presParOf" srcId="{8C880120-B653-49C8-A5F4-52E6D3372936}" destId="{A69C0877-F98F-439E-B8B7-73AF8EC56042}" srcOrd="5" destOrd="0" presId="urn:microsoft.com/office/officeart/2005/8/layout/orgChart1"/>
    <dgm:cxn modelId="{5E12E5FB-F45B-40DE-A423-6739883EE1BB}" type="presParOf" srcId="{A69C0877-F98F-439E-B8B7-73AF8EC56042}" destId="{7D22013C-3CA3-40FF-A1DD-999D501FE431}" srcOrd="0" destOrd="0" presId="urn:microsoft.com/office/officeart/2005/8/layout/orgChart1"/>
    <dgm:cxn modelId="{9FCA5FB9-94CC-43AB-B5D5-8B9A1B106B72}" type="presParOf" srcId="{7D22013C-3CA3-40FF-A1DD-999D501FE431}" destId="{F61D7D28-97EC-49C2-9723-29C7A1841719}" srcOrd="0" destOrd="0" presId="urn:microsoft.com/office/officeart/2005/8/layout/orgChart1"/>
    <dgm:cxn modelId="{578266B9-AF68-47AC-8BBA-B66FB977F5CE}" type="presParOf" srcId="{7D22013C-3CA3-40FF-A1DD-999D501FE431}" destId="{82F28127-9982-42C9-9CA5-D716D7D3DC30}" srcOrd="1" destOrd="0" presId="urn:microsoft.com/office/officeart/2005/8/layout/orgChart1"/>
    <dgm:cxn modelId="{44B49B41-F0C4-4DE0-B7BC-1402F2843C09}" type="presParOf" srcId="{A69C0877-F98F-439E-B8B7-73AF8EC56042}" destId="{0548EB38-ADE2-41D0-B862-824A7E011517}" srcOrd="1" destOrd="0" presId="urn:microsoft.com/office/officeart/2005/8/layout/orgChart1"/>
    <dgm:cxn modelId="{7A961235-A671-4584-9B57-DE7F4F0DAE95}" type="presParOf" srcId="{A69C0877-F98F-439E-B8B7-73AF8EC56042}" destId="{8E9D7ACA-05C4-4AEE-BC99-726426AE3BAC}" srcOrd="2" destOrd="0" presId="urn:microsoft.com/office/officeart/2005/8/layout/orgChart1"/>
    <dgm:cxn modelId="{C4825337-6D1F-440A-AC7F-B89064845969}" type="presParOf" srcId="{8C880120-B653-49C8-A5F4-52E6D3372936}" destId="{2995FAE2-BB50-41BF-A246-60303D243562}" srcOrd="6" destOrd="0" presId="urn:microsoft.com/office/officeart/2005/8/layout/orgChart1"/>
    <dgm:cxn modelId="{C7E53AA4-58CD-49DD-B667-558351858CD7}" type="presParOf" srcId="{8C880120-B653-49C8-A5F4-52E6D3372936}" destId="{80D78A08-2F87-468B-B8DC-0D9FA9B7ED26}" srcOrd="7" destOrd="0" presId="urn:microsoft.com/office/officeart/2005/8/layout/orgChart1"/>
    <dgm:cxn modelId="{DD0D0CE3-225D-40BA-AD87-191FB9474A58}" type="presParOf" srcId="{80D78A08-2F87-468B-B8DC-0D9FA9B7ED26}" destId="{20614C96-CF9A-49D1-86C3-275F51C3773C}" srcOrd="0" destOrd="0" presId="urn:microsoft.com/office/officeart/2005/8/layout/orgChart1"/>
    <dgm:cxn modelId="{63CC24A5-F870-4A9E-A697-DFA8D8FC7EFE}" type="presParOf" srcId="{20614C96-CF9A-49D1-86C3-275F51C3773C}" destId="{64487651-BAE3-4522-A4E4-F2A2105D9FA0}" srcOrd="0" destOrd="0" presId="urn:microsoft.com/office/officeart/2005/8/layout/orgChart1"/>
    <dgm:cxn modelId="{94CDCDD8-D6DD-44AC-8CD3-D5515BDF529C}" type="presParOf" srcId="{20614C96-CF9A-49D1-86C3-275F51C3773C}" destId="{E50EE31F-32E8-44F0-98E5-E72B965FA434}" srcOrd="1" destOrd="0" presId="urn:microsoft.com/office/officeart/2005/8/layout/orgChart1"/>
    <dgm:cxn modelId="{C2C80512-6F72-4B94-9DDA-058493645C6E}" type="presParOf" srcId="{80D78A08-2F87-468B-B8DC-0D9FA9B7ED26}" destId="{81C2E098-2A51-4EED-8556-CE39D8CD223A}" srcOrd="1" destOrd="0" presId="urn:microsoft.com/office/officeart/2005/8/layout/orgChart1"/>
    <dgm:cxn modelId="{287E498F-F855-4647-A675-970B3C8F5E64}" type="presParOf" srcId="{80D78A08-2F87-468B-B8DC-0D9FA9B7ED26}" destId="{FE2B547E-BF1F-4B6F-99C7-37168C6C1560}" srcOrd="2" destOrd="0" presId="urn:microsoft.com/office/officeart/2005/8/layout/orgChart1"/>
    <dgm:cxn modelId="{EA3255E2-D572-426B-9578-7B249E602239}" type="presParOf" srcId="{8C880120-B653-49C8-A5F4-52E6D3372936}" destId="{708C64BB-8F64-421B-9412-5DBF63E018B8}" srcOrd="8" destOrd="0" presId="urn:microsoft.com/office/officeart/2005/8/layout/orgChart1"/>
    <dgm:cxn modelId="{AD66D722-F006-40F8-A7A9-600F52CA71F0}" type="presParOf" srcId="{8C880120-B653-49C8-A5F4-52E6D3372936}" destId="{BF5F62D7-49C6-44C3-8E44-56BDA452C41D}" srcOrd="9" destOrd="0" presId="urn:microsoft.com/office/officeart/2005/8/layout/orgChart1"/>
    <dgm:cxn modelId="{B5148202-3DBA-4693-B59C-30C6275A6AB4}" type="presParOf" srcId="{BF5F62D7-49C6-44C3-8E44-56BDA452C41D}" destId="{1EE32877-DE96-4D74-8259-63FCC104E9E6}" srcOrd="0" destOrd="0" presId="urn:microsoft.com/office/officeart/2005/8/layout/orgChart1"/>
    <dgm:cxn modelId="{E2AB4E9D-B648-4C67-8E53-73349692A3D5}" type="presParOf" srcId="{1EE32877-DE96-4D74-8259-63FCC104E9E6}" destId="{646B8D0E-6D67-4652-88D0-3E550FDC0E51}" srcOrd="0" destOrd="0" presId="urn:microsoft.com/office/officeart/2005/8/layout/orgChart1"/>
    <dgm:cxn modelId="{C51E8361-7985-4097-BCCE-363436E72D43}" type="presParOf" srcId="{1EE32877-DE96-4D74-8259-63FCC104E9E6}" destId="{E3DAD988-E68A-4F41-8474-81F9A2A2022A}" srcOrd="1" destOrd="0" presId="urn:microsoft.com/office/officeart/2005/8/layout/orgChart1"/>
    <dgm:cxn modelId="{6668402D-B0E1-47B4-9FA3-D8788BF84737}" type="presParOf" srcId="{BF5F62D7-49C6-44C3-8E44-56BDA452C41D}" destId="{85C07D6A-22A6-47A4-BF0E-FA1767911580}" srcOrd="1" destOrd="0" presId="urn:microsoft.com/office/officeart/2005/8/layout/orgChart1"/>
    <dgm:cxn modelId="{CFF29ABF-DFDD-4830-806C-23D5BEC571E4}" type="presParOf" srcId="{BF5F62D7-49C6-44C3-8E44-56BDA452C41D}" destId="{1AFD42C3-FAA4-417C-8312-1CD15DEA3723}" srcOrd="2" destOrd="0" presId="urn:microsoft.com/office/officeart/2005/8/layout/orgChart1"/>
    <dgm:cxn modelId="{F33EE498-8B1B-4A12-B7FD-157D7D61CEEA}" type="presParOf" srcId="{B12B0916-EE45-44BD-8630-FD443C0CBFB5}" destId="{7FC8C45E-DCC3-4E7F-AC70-73352B913F87}" srcOrd="2" destOrd="0" presId="urn:microsoft.com/office/officeart/2005/8/layout/orgChart1"/>
    <dgm:cxn modelId="{6C787EAA-9042-409A-A7CC-55959C3C3F8F}" type="presParOf" srcId="{594214D4-B535-4D30-B493-2431BC3652BD}" destId="{03E082E8-93F3-473A-8F68-0E08AD4EB277}" srcOrd="2" destOrd="0" presId="urn:microsoft.com/office/officeart/2005/8/layout/orgChart1"/>
    <dgm:cxn modelId="{CACD6420-8AD2-41B1-AF59-8B2D880287C6}" type="presParOf" srcId="{594214D4-B535-4D30-B493-2431BC3652BD}" destId="{434BBF02-C93A-4AFE-B5B5-644F8AA3CE6A}" srcOrd="3" destOrd="0" presId="urn:microsoft.com/office/officeart/2005/8/layout/orgChart1"/>
    <dgm:cxn modelId="{0EFCBFE7-1C12-4750-B0B3-809764CF83E1}" type="presParOf" srcId="{434BBF02-C93A-4AFE-B5B5-644F8AA3CE6A}" destId="{63FD2FBC-5017-4B3E-918F-2DD645E60756}" srcOrd="0" destOrd="0" presId="urn:microsoft.com/office/officeart/2005/8/layout/orgChart1"/>
    <dgm:cxn modelId="{AA8D7166-D7D9-4FC0-B121-82BFAB89ABAC}" type="presParOf" srcId="{63FD2FBC-5017-4B3E-918F-2DD645E60756}" destId="{52C2E3AC-3746-4CF0-8A27-19E44343F73D}" srcOrd="0" destOrd="0" presId="urn:microsoft.com/office/officeart/2005/8/layout/orgChart1"/>
    <dgm:cxn modelId="{D1A5EC23-6FC3-4DA1-AD78-AE7BA6A34DD7}" type="presParOf" srcId="{63FD2FBC-5017-4B3E-918F-2DD645E60756}" destId="{3E1F339D-F2E3-4A65-BF61-C2FA626E213A}" srcOrd="1" destOrd="0" presId="urn:microsoft.com/office/officeart/2005/8/layout/orgChart1"/>
    <dgm:cxn modelId="{954DCB3F-217A-411D-95BD-668EF20C752B}" type="presParOf" srcId="{434BBF02-C93A-4AFE-B5B5-644F8AA3CE6A}" destId="{82E62127-0B6B-42E7-BD9E-4776B7F24448}" srcOrd="1" destOrd="0" presId="urn:microsoft.com/office/officeart/2005/8/layout/orgChart1"/>
    <dgm:cxn modelId="{F139E917-6BD5-43AE-9B5B-9AF3AB82D1CD}" type="presParOf" srcId="{82E62127-0B6B-42E7-BD9E-4776B7F24448}" destId="{CE59C2DC-D79A-4F55-8B8B-07F9E10CCE8D}" srcOrd="0" destOrd="0" presId="urn:microsoft.com/office/officeart/2005/8/layout/orgChart1"/>
    <dgm:cxn modelId="{C05F0B17-A9A1-4C41-880F-6EBFBE329A31}" type="presParOf" srcId="{82E62127-0B6B-42E7-BD9E-4776B7F24448}" destId="{76C86891-1CE2-45E2-8D8B-60C53950147A}" srcOrd="1" destOrd="0" presId="urn:microsoft.com/office/officeart/2005/8/layout/orgChart1"/>
    <dgm:cxn modelId="{7C6D28F2-6B8A-4EBE-AA93-AC5ECF571E7B}" type="presParOf" srcId="{76C86891-1CE2-45E2-8D8B-60C53950147A}" destId="{B2F3EF10-4DD2-4401-844E-93AAA1697CEC}" srcOrd="0" destOrd="0" presId="urn:microsoft.com/office/officeart/2005/8/layout/orgChart1"/>
    <dgm:cxn modelId="{88CF209F-0D3C-4572-BE7E-5FEB0D6E34DF}" type="presParOf" srcId="{B2F3EF10-4DD2-4401-844E-93AAA1697CEC}" destId="{B58DFFC7-B279-415B-830F-5C3A5EAB25F2}" srcOrd="0" destOrd="0" presId="urn:microsoft.com/office/officeart/2005/8/layout/orgChart1"/>
    <dgm:cxn modelId="{416B5529-3C49-4F04-B2E6-8ACA41EF6537}" type="presParOf" srcId="{B2F3EF10-4DD2-4401-844E-93AAA1697CEC}" destId="{5A50967C-367A-4CD8-8226-7D8BD296D456}" srcOrd="1" destOrd="0" presId="urn:microsoft.com/office/officeart/2005/8/layout/orgChart1"/>
    <dgm:cxn modelId="{3559C8AD-C751-4FB0-883F-751055B2666F}" type="presParOf" srcId="{76C86891-1CE2-45E2-8D8B-60C53950147A}" destId="{E350C98F-DD8A-412C-9EC7-C51A14362825}" srcOrd="1" destOrd="0" presId="urn:microsoft.com/office/officeart/2005/8/layout/orgChart1"/>
    <dgm:cxn modelId="{8B2BD90C-0A0E-4E73-8C50-7AF230D03738}" type="presParOf" srcId="{76C86891-1CE2-45E2-8D8B-60C53950147A}" destId="{686D2ADD-5F3B-472C-9BB5-7BF04C97F098}" srcOrd="2" destOrd="0" presId="urn:microsoft.com/office/officeart/2005/8/layout/orgChart1"/>
    <dgm:cxn modelId="{7174558E-0EBA-4024-91EE-68DE61D7A2C5}" type="presParOf" srcId="{82E62127-0B6B-42E7-BD9E-4776B7F24448}" destId="{BA92A9F0-4A3F-441A-88AD-2CCA7F18D48D}" srcOrd="2" destOrd="0" presId="urn:microsoft.com/office/officeart/2005/8/layout/orgChart1"/>
    <dgm:cxn modelId="{9C284317-63C1-423C-AF0C-E87C0E4F658E}" type="presParOf" srcId="{82E62127-0B6B-42E7-BD9E-4776B7F24448}" destId="{4A50EA67-0411-452A-94EB-05CE80DD2A82}" srcOrd="3" destOrd="0" presId="urn:microsoft.com/office/officeart/2005/8/layout/orgChart1"/>
    <dgm:cxn modelId="{712AEF26-49F9-4DB3-A943-E39A4F4171AF}" type="presParOf" srcId="{4A50EA67-0411-452A-94EB-05CE80DD2A82}" destId="{E45B76F8-DF3E-4225-BF3F-DD724EF352F3}" srcOrd="0" destOrd="0" presId="urn:microsoft.com/office/officeart/2005/8/layout/orgChart1"/>
    <dgm:cxn modelId="{4B919BCE-1181-4888-826F-17F1A9B6E8EE}" type="presParOf" srcId="{E45B76F8-DF3E-4225-BF3F-DD724EF352F3}" destId="{69A1AA16-B8E5-476A-BAF9-9AC905132D45}" srcOrd="0" destOrd="0" presId="urn:microsoft.com/office/officeart/2005/8/layout/orgChart1"/>
    <dgm:cxn modelId="{90F9064F-279B-4AC3-A9FD-1EDE5A4C97C3}" type="presParOf" srcId="{E45B76F8-DF3E-4225-BF3F-DD724EF352F3}" destId="{53F80931-5FD1-40D4-9098-FD5D2C585300}" srcOrd="1" destOrd="0" presId="urn:microsoft.com/office/officeart/2005/8/layout/orgChart1"/>
    <dgm:cxn modelId="{A777458F-75CB-4D53-B959-D26E2291B567}" type="presParOf" srcId="{4A50EA67-0411-452A-94EB-05CE80DD2A82}" destId="{2FBF8C0F-2DC6-4D5F-A15A-0E85E739A52F}" srcOrd="1" destOrd="0" presId="urn:microsoft.com/office/officeart/2005/8/layout/orgChart1"/>
    <dgm:cxn modelId="{6752390E-31E1-447B-B951-536D146A7386}" type="presParOf" srcId="{4A50EA67-0411-452A-94EB-05CE80DD2A82}" destId="{BBC663DF-1EDB-4BE6-93EF-EEAF205AF516}" srcOrd="2" destOrd="0" presId="urn:microsoft.com/office/officeart/2005/8/layout/orgChart1"/>
    <dgm:cxn modelId="{528D9CC9-48B7-4E5C-9FCE-297D43D73741}" type="presParOf" srcId="{82E62127-0B6B-42E7-BD9E-4776B7F24448}" destId="{64A0BFC8-FE74-4E00-817C-78DA67027E9D}" srcOrd="4" destOrd="0" presId="urn:microsoft.com/office/officeart/2005/8/layout/orgChart1"/>
    <dgm:cxn modelId="{B0313708-0A60-4ED9-96B3-5AB034C5110F}" type="presParOf" srcId="{82E62127-0B6B-42E7-BD9E-4776B7F24448}" destId="{531680E4-0A2A-40DB-865E-6829C9AC65D0}" srcOrd="5" destOrd="0" presId="urn:microsoft.com/office/officeart/2005/8/layout/orgChart1"/>
    <dgm:cxn modelId="{8041F224-7813-425E-87D3-7158DFC1AB1F}" type="presParOf" srcId="{531680E4-0A2A-40DB-865E-6829C9AC65D0}" destId="{7236521F-D3BF-42D6-A712-31727E5B3B27}" srcOrd="0" destOrd="0" presId="urn:microsoft.com/office/officeart/2005/8/layout/orgChart1"/>
    <dgm:cxn modelId="{5ADE5F64-3835-4E57-A98D-DA8290A830D6}" type="presParOf" srcId="{7236521F-D3BF-42D6-A712-31727E5B3B27}" destId="{8A7FFFB9-FBC7-456E-888B-D54ABBE7A95A}" srcOrd="0" destOrd="0" presId="urn:microsoft.com/office/officeart/2005/8/layout/orgChart1"/>
    <dgm:cxn modelId="{CD9C2943-A0B8-42D7-AF1D-8DCB3F5CC5A6}" type="presParOf" srcId="{7236521F-D3BF-42D6-A712-31727E5B3B27}" destId="{D142807D-A63B-45D6-A88F-9A0CD064F0BF}" srcOrd="1" destOrd="0" presId="urn:microsoft.com/office/officeart/2005/8/layout/orgChart1"/>
    <dgm:cxn modelId="{AFD1F005-885F-4DAB-B96F-6F4AF3008770}" type="presParOf" srcId="{531680E4-0A2A-40DB-865E-6829C9AC65D0}" destId="{5052955A-DCC7-4B70-A851-68C8CCCBFBD4}" srcOrd="1" destOrd="0" presId="urn:microsoft.com/office/officeart/2005/8/layout/orgChart1"/>
    <dgm:cxn modelId="{30AA1EA8-DDB3-46BD-B54E-7758BEB316D8}" type="presParOf" srcId="{531680E4-0A2A-40DB-865E-6829C9AC65D0}" destId="{853BFA29-1ECD-4AB3-B287-8D148EA6CA8F}" srcOrd="2" destOrd="0" presId="urn:microsoft.com/office/officeart/2005/8/layout/orgChart1"/>
    <dgm:cxn modelId="{0FE4C201-F85A-4EE2-9797-92CAECA6675D}" type="presParOf" srcId="{82E62127-0B6B-42E7-BD9E-4776B7F24448}" destId="{6A829EDB-AC93-45F7-BCCC-718CDCAF7B31}" srcOrd="6" destOrd="0" presId="urn:microsoft.com/office/officeart/2005/8/layout/orgChart1"/>
    <dgm:cxn modelId="{278B30DB-2B33-48FC-BA4B-5BAB5D29AD39}" type="presParOf" srcId="{82E62127-0B6B-42E7-BD9E-4776B7F24448}" destId="{62216A08-2955-4007-B93F-992D18979BA8}" srcOrd="7" destOrd="0" presId="urn:microsoft.com/office/officeart/2005/8/layout/orgChart1"/>
    <dgm:cxn modelId="{11C1F738-AD05-43F0-9C66-032CFC9D67AA}" type="presParOf" srcId="{62216A08-2955-4007-B93F-992D18979BA8}" destId="{60824E35-0BC8-4018-AFAE-2E1C49B35196}" srcOrd="0" destOrd="0" presId="urn:microsoft.com/office/officeart/2005/8/layout/orgChart1"/>
    <dgm:cxn modelId="{60887121-852E-4C00-8188-E8772B84821E}" type="presParOf" srcId="{60824E35-0BC8-4018-AFAE-2E1C49B35196}" destId="{A405848E-25B7-4EE2-8449-95D81FDD3056}" srcOrd="0" destOrd="0" presId="urn:microsoft.com/office/officeart/2005/8/layout/orgChart1"/>
    <dgm:cxn modelId="{CC349139-A2FB-4A99-B08C-7CB369BAD9CE}" type="presParOf" srcId="{60824E35-0BC8-4018-AFAE-2E1C49B35196}" destId="{D9F6E343-E6BB-4EC3-B5C8-A9379356024F}" srcOrd="1" destOrd="0" presId="urn:microsoft.com/office/officeart/2005/8/layout/orgChart1"/>
    <dgm:cxn modelId="{98642346-B119-472E-9CA6-21F214A4B069}" type="presParOf" srcId="{62216A08-2955-4007-B93F-992D18979BA8}" destId="{DEEEC1CA-2318-4C3D-8BDB-06A6FBC7A533}" srcOrd="1" destOrd="0" presId="urn:microsoft.com/office/officeart/2005/8/layout/orgChart1"/>
    <dgm:cxn modelId="{F0C6EAFF-B638-451B-85E0-E774CCA56897}" type="presParOf" srcId="{62216A08-2955-4007-B93F-992D18979BA8}" destId="{81D07B19-6753-44E8-8E31-30E224BEF1D0}" srcOrd="2" destOrd="0" presId="urn:microsoft.com/office/officeart/2005/8/layout/orgChart1"/>
    <dgm:cxn modelId="{C23D0936-E58E-442B-B525-A1613E0EF09A}" type="presParOf" srcId="{434BBF02-C93A-4AFE-B5B5-644F8AA3CE6A}" destId="{38E1EEB0-DA3B-40A8-A001-ED90990FAA7F}" srcOrd="2" destOrd="0" presId="urn:microsoft.com/office/officeart/2005/8/layout/orgChart1"/>
    <dgm:cxn modelId="{293C1BB6-951E-4CFD-A8C6-2FEC674D790D}" type="presParOf" srcId="{594214D4-B535-4D30-B493-2431BC3652BD}" destId="{8DBE9472-38C9-4B3A-9B13-FBC9769C1BB3}" srcOrd="4" destOrd="0" presId="urn:microsoft.com/office/officeart/2005/8/layout/orgChart1"/>
    <dgm:cxn modelId="{C01CA4C9-41DE-4B68-8C9D-40CE013BEC4C}" type="presParOf" srcId="{594214D4-B535-4D30-B493-2431BC3652BD}" destId="{D3F641BB-039E-4F6D-993F-3EF27AA56BB5}" srcOrd="5" destOrd="0" presId="urn:microsoft.com/office/officeart/2005/8/layout/orgChart1"/>
    <dgm:cxn modelId="{AA80F3EC-9012-47D9-9A64-8FDB1A6D72DD}" type="presParOf" srcId="{D3F641BB-039E-4F6D-993F-3EF27AA56BB5}" destId="{C0E1C7EE-D7C4-42AC-AFF2-30F4ADF58AF2}" srcOrd="0" destOrd="0" presId="urn:microsoft.com/office/officeart/2005/8/layout/orgChart1"/>
    <dgm:cxn modelId="{A6105CCF-E079-4345-906C-FDA7A2C020B9}" type="presParOf" srcId="{C0E1C7EE-D7C4-42AC-AFF2-30F4ADF58AF2}" destId="{B1DB7839-545D-432F-BCDA-A02FAB4968E2}" srcOrd="0" destOrd="0" presId="urn:microsoft.com/office/officeart/2005/8/layout/orgChart1"/>
    <dgm:cxn modelId="{99BC3150-01B4-44ED-92E5-3E46C8294429}" type="presParOf" srcId="{C0E1C7EE-D7C4-42AC-AFF2-30F4ADF58AF2}" destId="{BBAA09C4-C856-4810-BB06-370FFC2989A8}" srcOrd="1" destOrd="0" presId="urn:microsoft.com/office/officeart/2005/8/layout/orgChart1"/>
    <dgm:cxn modelId="{F10EDA1D-7AC0-4223-82F8-325496D12B56}" type="presParOf" srcId="{D3F641BB-039E-4F6D-993F-3EF27AA56BB5}" destId="{24687E00-F5C0-478D-AA46-6CA773FE4D55}" srcOrd="1" destOrd="0" presId="urn:microsoft.com/office/officeart/2005/8/layout/orgChart1"/>
    <dgm:cxn modelId="{2272AB0D-7107-4388-BE0B-134DC11EABC1}" type="presParOf" srcId="{24687E00-F5C0-478D-AA46-6CA773FE4D55}" destId="{1EE3A958-935C-47BA-A8D5-EA00D3D7BB97}" srcOrd="0" destOrd="0" presId="urn:microsoft.com/office/officeart/2005/8/layout/orgChart1"/>
    <dgm:cxn modelId="{44B8C5B8-7CB3-4872-A24B-ACA45B1DC843}" type="presParOf" srcId="{24687E00-F5C0-478D-AA46-6CA773FE4D55}" destId="{FE6D411D-EF9E-4850-A1BD-83C6C368E689}" srcOrd="1" destOrd="0" presId="urn:microsoft.com/office/officeart/2005/8/layout/orgChart1"/>
    <dgm:cxn modelId="{34F31B18-0CA4-49D8-A63B-3BD7BA80FD82}" type="presParOf" srcId="{FE6D411D-EF9E-4850-A1BD-83C6C368E689}" destId="{4DBDACD2-32F6-44E1-870A-ED60C807A1D7}" srcOrd="0" destOrd="0" presId="urn:microsoft.com/office/officeart/2005/8/layout/orgChart1"/>
    <dgm:cxn modelId="{ED6465F6-D2AB-411E-A27A-2CAC928F384F}" type="presParOf" srcId="{4DBDACD2-32F6-44E1-870A-ED60C807A1D7}" destId="{F95739FD-6D4A-488D-9235-BD9F2FFC40F4}" srcOrd="0" destOrd="0" presId="urn:microsoft.com/office/officeart/2005/8/layout/orgChart1"/>
    <dgm:cxn modelId="{82FC792E-43E6-474A-9D56-8E1929C045F1}" type="presParOf" srcId="{4DBDACD2-32F6-44E1-870A-ED60C807A1D7}" destId="{FC663E8F-CBC6-48B8-BFE9-4B3E00DF9C57}" srcOrd="1" destOrd="0" presId="urn:microsoft.com/office/officeart/2005/8/layout/orgChart1"/>
    <dgm:cxn modelId="{F3B87AAF-6C80-4B4D-9155-B1767522FFBA}" type="presParOf" srcId="{FE6D411D-EF9E-4850-A1BD-83C6C368E689}" destId="{8922C5DF-DFC4-4157-AE03-8835158493E4}" srcOrd="1" destOrd="0" presId="urn:microsoft.com/office/officeart/2005/8/layout/orgChart1"/>
    <dgm:cxn modelId="{6970249D-D1C8-4ADD-A12D-23B61A7DAB58}" type="presParOf" srcId="{FE6D411D-EF9E-4850-A1BD-83C6C368E689}" destId="{09C7BE36-E061-46D9-9110-4FB8B1001719}" srcOrd="2" destOrd="0" presId="urn:microsoft.com/office/officeart/2005/8/layout/orgChart1"/>
    <dgm:cxn modelId="{43272A38-A1F5-46D5-8B7E-072417D71A98}" type="presParOf" srcId="{24687E00-F5C0-478D-AA46-6CA773FE4D55}" destId="{985E7C76-6010-4E28-A90B-E77D3FAEA659}" srcOrd="2" destOrd="0" presId="urn:microsoft.com/office/officeart/2005/8/layout/orgChart1"/>
    <dgm:cxn modelId="{EF93B186-B359-4F90-8679-32317857A9FE}" type="presParOf" srcId="{24687E00-F5C0-478D-AA46-6CA773FE4D55}" destId="{659A3222-6F3E-4955-8277-59C6A1C3BE6A}" srcOrd="3" destOrd="0" presId="urn:microsoft.com/office/officeart/2005/8/layout/orgChart1"/>
    <dgm:cxn modelId="{84F29EFA-5BB9-4A1C-AEE9-9172E185CDB6}" type="presParOf" srcId="{659A3222-6F3E-4955-8277-59C6A1C3BE6A}" destId="{64036038-2F0D-4828-AB74-BD8CDF47D3A3}" srcOrd="0" destOrd="0" presId="urn:microsoft.com/office/officeart/2005/8/layout/orgChart1"/>
    <dgm:cxn modelId="{93FA6CC1-E48B-42EB-916F-32C6FE10A377}" type="presParOf" srcId="{64036038-2F0D-4828-AB74-BD8CDF47D3A3}" destId="{0DCFA2FB-E01A-47A7-B663-005F574F6DAC}" srcOrd="0" destOrd="0" presId="urn:microsoft.com/office/officeart/2005/8/layout/orgChart1"/>
    <dgm:cxn modelId="{0D61B7A8-4113-4BC7-BFB8-DAD5B4EAF2BB}" type="presParOf" srcId="{64036038-2F0D-4828-AB74-BD8CDF47D3A3}" destId="{FF4484B7-162E-4AE8-B288-478F02F8D0F7}" srcOrd="1" destOrd="0" presId="urn:microsoft.com/office/officeart/2005/8/layout/orgChart1"/>
    <dgm:cxn modelId="{17618356-A995-4174-ACD1-9B9C7805F83C}" type="presParOf" srcId="{659A3222-6F3E-4955-8277-59C6A1C3BE6A}" destId="{CF1B55FB-7769-4D6B-8F42-229AFB2DEDA1}" srcOrd="1" destOrd="0" presId="urn:microsoft.com/office/officeart/2005/8/layout/orgChart1"/>
    <dgm:cxn modelId="{0C5ADF4E-8294-47FE-A7A1-48758CCCFFFD}" type="presParOf" srcId="{659A3222-6F3E-4955-8277-59C6A1C3BE6A}" destId="{E3226CDC-143A-4151-8C4D-DD0D0B96AA8A}" srcOrd="2" destOrd="0" presId="urn:microsoft.com/office/officeart/2005/8/layout/orgChart1"/>
    <dgm:cxn modelId="{24E3DC5C-77FF-4301-B31C-00F037164786}" type="presParOf" srcId="{24687E00-F5C0-478D-AA46-6CA773FE4D55}" destId="{8F53CB83-BDD0-4045-80C1-834F297389E1}" srcOrd="4" destOrd="0" presId="urn:microsoft.com/office/officeart/2005/8/layout/orgChart1"/>
    <dgm:cxn modelId="{E4AD7793-CA0E-4C50-A9EC-F61AE9F504C0}" type="presParOf" srcId="{24687E00-F5C0-478D-AA46-6CA773FE4D55}" destId="{338DFC8A-0032-42F6-BF44-EA022521A8F6}" srcOrd="5" destOrd="0" presId="urn:microsoft.com/office/officeart/2005/8/layout/orgChart1"/>
    <dgm:cxn modelId="{F9A6D9C6-8CA6-4801-992A-1364BDA5C461}" type="presParOf" srcId="{338DFC8A-0032-42F6-BF44-EA022521A8F6}" destId="{C11152D8-54FE-48CF-84AC-DBEA6F8DCB31}" srcOrd="0" destOrd="0" presId="urn:microsoft.com/office/officeart/2005/8/layout/orgChart1"/>
    <dgm:cxn modelId="{B7C470AC-C016-4129-B214-190E9D95C596}" type="presParOf" srcId="{C11152D8-54FE-48CF-84AC-DBEA6F8DCB31}" destId="{B8959AC9-37A5-48C2-A5C0-E1263A9B91D9}" srcOrd="0" destOrd="0" presId="urn:microsoft.com/office/officeart/2005/8/layout/orgChart1"/>
    <dgm:cxn modelId="{4D06D091-1419-43EF-A587-5C3626CAC0EE}" type="presParOf" srcId="{C11152D8-54FE-48CF-84AC-DBEA6F8DCB31}" destId="{8BE1E2CE-656D-44B0-A26B-3229E295235F}" srcOrd="1" destOrd="0" presId="urn:microsoft.com/office/officeart/2005/8/layout/orgChart1"/>
    <dgm:cxn modelId="{37FCD71F-4E82-4F71-A92B-2CAE6890423E}" type="presParOf" srcId="{338DFC8A-0032-42F6-BF44-EA022521A8F6}" destId="{2C548160-FACC-4BBA-A7F9-E628CBBC85FA}" srcOrd="1" destOrd="0" presId="urn:microsoft.com/office/officeart/2005/8/layout/orgChart1"/>
    <dgm:cxn modelId="{9815D51C-E251-4710-9126-020777E53B89}" type="presParOf" srcId="{338DFC8A-0032-42F6-BF44-EA022521A8F6}" destId="{106B196A-D149-40E2-A44A-ECC94C635E90}" srcOrd="2" destOrd="0" presId="urn:microsoft.com/office/officeart/2005/8/layout/orgChart1"/>
    <dgm:cxn modelId="{1D4F7CCE-2660-47E1-A1E9-3DBF185FDA55}" type="presParOf" srcId="{24687E00-F5C0-478D-AA46-6CA773FE4D55}" destId="{FCDFABF6-4624-4301-BD41-E05A803F4C5A}" srcOrd="6" destOrd="0" presId="urn:microsoft.com/office/officeart/2005/8/layout/orgChart1"/>
    <dgm:cxn modelId="{5FE9D23A-60A5-4200-BEAB-5419A9316403}" type="presParOf" srcId="{24687E00-F5C0-478D-AA46-6CA773FE4D55}" destId="{4B14E1F3-2484-4669-9868-9DF8987E4895}" srcOrd="7" destOrd="0" presId="urn:microsoft.com/office/officeart/2005/8/layout/orgChart1"/>
    <dgm:cxn modelId="{8113772B-4566-48B6-94E2-167ACBF3091B}" type="presParOf" srcId="{4B14E1F3-2484-4669-9868-9DF8987E4895}" destId="{E7A741A3-E84D-422F-854E-E6701D4A4FE9}" srcOrd="0" destOrd="0" presId="urn:microsoft.com/office/officeart/2005/8/layout/orgChart1"/>
    <dgm:cxn modelId="{96546B3D-F82A-49D8-A3A6-DC4B0CCF823C}" type="presParOf" srcId="{E7A741A3-E84D-422F-854E-E6701D4A4FE9}" destId="{6D622C3A-0CE8-4FDB-BA72-57BFEBEDC8B5}" srcOrd="0" destOrd="0" presId="urn:microsoft.com/office/officeart/2005/8/layout/orgChart1"/>
    <dgm:cxn modelId="{A191CD8C-CBFC-475A-9E33-729C31767294}" type="presParOf" srcId="{E7A741A3-E84D-422F-854E-E6701D4A4FE9}" destId="{7A2CC4E1-E464-4AE6-B6EC-EB7E2FE90873}" srcOrd="1" destOrd="0" presId="urn:microsoft.com/office/officeart/2005/8/layout/orgChart1"/>
    <dgm:cxn modelId="{B81E8B50-4B29-41EB-94D0-428D29F2692E}" type="presParOf" srcId="{4B14E1F3-2484-4669-9868-9DF8987E4895}" destId="{9FBB8F28-CA86-47DD-A62E-43D39A739A09}" srcOrd="1" destOrd="0" presId="urn:microsoft.com/office/officeart/2005/8/layout/orgChart1"/>
    <dgm:cxn modelId="{B70E9BC2-E804-4D02-B6C9-D92882FD8406}" type="presParOf" srcId="{4B14E1F3-2484-4669-9868-9DF8987E4895}" destId="{E142828F-1C3A-4E8B-93E8-8831A817F010}" srcOrd="2" destOrd="0" presId="urn:microsoft.com/office/officeart/2005/8/layout/orgChart1"/>
    <dgm:cxn modelId="{B75514A0-9F99-4981-A513-F5806D808EE6}" type="presParOf" srcId="{D3F641BB-039E-4F6D-993F-3EF27AA56BB5}" destId="{95F2E650-1F4C-4097-B022-4BFB06CA71FC}" srcOrd="2" destOrd="0" presId="urn:microsoft.com/office/officeart/2005/8/layout/orgChart1"/>
    <dgm:cxn modelId="{CD4514B9-94D4-467D-9150-4C2F1DD2F474}" type="presParOf" srcId="{594214D4-B535-4D30-B493-2431BC3652BD}" destId="{5BD7144F-82AD-48D9-AFC1-A2D90E02B41E}" srcOrd="6" destOrd="0" presId="urn:microsoft.com/office/officeart/2005/8/layout/orgChart1"/>
    <dgm:cxn modelId="{0752BD14-4711-4DE0-AF37-6E86D042A25E}" type="presParOf" srcId="{594214D4-B535-4D30-B493-2431BC3652BD}" destId="{D4086892-EA9C-45AC-9A72-DBAE65060888}" srcOrd="7" destOrd="0" presId="urn:microsoft.com/office/officeart/2005/8/layout/orgChart1"/>
    <dgm:cxn modelId="{C2C9B798-AB70-4FD6-B26A-40472820ADF3}" type="presParOf" srcId="{D4086892-EA9C-45AC-9A72-DBAE65060888}" destId="{1C08AD61-06C1-4895-8D73-16C28FBE319B}" srcOrd="0" destOrd="0" presId="urn:microsoft.com/office/officeart/2005/8/layout/orgChart1"/>
    <dgm:cxn modelId="{B932310F-5CBC-4E5F-BF5B-3A0886A7DF2D}" type="presParOf" srcId="{1C08AD61-06C1-4895-8D73-16C28FBE319B}" destId="{260BAB18-B77F-46FB-9415-77FA8A0E51FD}" srcOrd="0" destOrd="0" presId="urn:microsoft.com/office/officeart/2005/8/layout/orgChart1"/>
    <dgm:cxn modelId="{8E205287-1FF8-47C1-A67D-1AA353A503A4}" type="presParOf" srcId="{1C08AD61-06C1-4895-8D73-16C28FBE319B}" destId="{B120C69C-46BA-4732-BB79-9CA3281ACD0D}" srcOrd="1" destOrd="0" presId="urn:microsoft.com/office/officeart/2005/8/layout/orgChart1"/>
    <dgm:cxn modelId="{050C8CA7-A1F1-47A3-BFA6-9AA461345E24}" type="presParOf" srcId="{D4086892-EA9C-45AC-9A72-DBAE65060888}" destId="{29D60C10-D06F-4F58-9486-6E578DE2A588}" srcOrd="1" destOrd="0" presId="urn:microsoft.com/office/officeart/2005/8/layout/orgChart1"/>
    <dgm:cxn modelId="{ECA171AD-FD5F-49BE-B699-6DAE233F95BF}" type="presParOf" srcId="{29D60C10-D06F-4F58-9486-6E578DE2A588}" destId="{3B8AC916-9A6C-4355-BE11-4874789B27EF}" srcOrd="0" destOrd="0" presId="urn:microsoft.com/office/officeart/2005/8/layout/orgChart1"/>
    <dgm:cxn modelId="{648A51ED-D0F0-4165-B9D0-287A38FF2895}" type="presParOf" srcId="{29D60C10-D06F-4F58-9486-6E578DE2A588}" destId="{42F6CBB4-874A-43C8-9077-D84C4BE1DE2B}" srcOrd="1" destOrd="0" presId="urn:microsoft.com/office/officeart/2005/8/layout/orgChart1"/>
    <dgm:cxn modelId="{255A38D0-D36B-4360-916E-506FA40632C7}" type="presParOf" srcId="{42F6CBB4-874A-43C8-9077-D84C4BE1DE2B}" destId="{F4C37AC8-7BC9-4E67-9B24-3F302D8B2AFA}" srcOrd="0" destOrd="0" presId="urn:microsoft.com/office/officeart/2005/8/layout/orgChart1"/>
    <dgm:cxn modelId="{3D70CD70-8248-4E59-9E62-972C387D2996}" type="presParOf" srcId="{F4C37AC8-7BC9-4E67-9B24-3F302D8B2AFA}" destId="{D98C14F1-52E5-424E-954E-1218BF284735}" srcOrd="0" destOrd="0" presId="urn:microsoft.com/office/officeart/2005/8/layout/orgChart1"/>
    <dgm:cxn modelId="{F38164B4-7A2D-44E3-A5C2-F9A6F0E33374}" type="presParOf" srcId="{F4C37AC8-7BC9-4E67-9B24-3F302D8B2AFA}" destId="{EA5F4F6B-7A21-4B0B-BD99-30FCA95F8F7D}" srcOrd="1" destOrd="0" presId="urn:microsoft.com/office/officeart/2005/8/layout/orgChart1"/>
    <dgm:cxn modelId="{CDEBD9DA-2B70-49A7-997E-89CD1D9020CE}" type="presParOf" srcId="{42F6CBB4-874A-43C8-9077-D84C4BE1DE2B}" destId="{529C0B94-2230-41F7-9A3A-9CF949410391}" srcOrd="1" destOrd="0" presId="urn:microsoft.com/office/officeart/2005/8/layout/orgChart1"/>
    <dgm:cxn modelId="{C1C234E1-3240-4729-9148-E25116375B43}" type="presParOf" srcId="{42F6CBB4-874A-43C8-9077-D84C4BE1DE2B}" destId="{F32229BE-5D22-4301-9400-24D30430DCCD}" srcOrd="2" destOrd="0" presId="urn:microsoft.com/office/officeart/2005/8/layout/orgChart1"/>
    <dgm:cxn modelId="{B2F45CA8-0062-4533-8AAA-A01EDE10A7A3}" type="presParOf" srcId="{D4086892-EA9C-45AC-9A72-DBAE65060888}" destId="{71E4EA78-0BBA-42A0-AD8F-70367BC9A35F}" srcOrd="2" destOrd="0" presId="urn:microsoft.com/office/officeart/2005/8/layout/orgChart1"/>
    <dgm:cxn modelId="{2FCF3FF1-6796-44B5-B1AD-9C6052C79F85}" type="presParOf" srcId="{594214D4-B535-4D30-B493-2431BC3652BD}" destId="{A7442E0A-1E69-484B-ADE4-8D78AB97625B}" srcOrd="8" destOrd="0" presId="urn:microsoft.com/office/officeart/2005/8/layout/orgChart1"/>
    <dgm:cxn modelId="{B2DA532E-FF0B-4FDF-9418-F17E7E8455EB}" type="presParOf" srcId="{594214D4-B535-4D30-B493-2431BC3652BD}" destId="{37FADDA6-1B37-4889-BCCD-1E8323F75CF6}" srcOrd="9" destOrd="0" presId="urn:microsoft.com/office/officeart/2005/8/layout/orgChart1"/>
    <dgm:cxn modelId="{D56D113A-8DB9-4430-BFCE-74AFF722175E}" type="presParOf" srcId="{37FADDA6-1B37-4889-BCCD-1E8323F75CF6}" destId="{547D449D-698D-4DBE-9383-93734FD85968}" srcOrd="0" destOrd="0" presId="urn:microsoft.com/office/officeart/2005/8/layout/orgChart1"/>
    <dgm:cxn modelId="{E5F45C53-01A4-4643-A7AF-F4BE5B669CA9}" type="presParOf" srcId="{547D449D-698D-4DBE-9383-93734FD85968}" destId="{6C07B351-C18A-459C-86F6-24AD6DC47150}" srcOrd="0" destOrd="0" presId="urn:microsoft.com/office/officeart/2005/8/layout/orgChart1"/>
    <dgm:cxn modelId="{1DBC4BE8-5046-401A-BF3E-78070879B1CF}" type="presParOf" srcId="{547D449D-698D-4DBE-9383-93734FD85968}" destId="{2DE2DF14-DAC4-4EE2-8345-C22547565EEB}" srcOrd="1" destOrd="0" presId="urn:microsoft.com/office/officeart/2005/8/layout/orgChart1"/>
    <dgm:cxn modelId="{9992A1E8-FF38-461F-95DE-ABB8D4ECC021}" type="presParOf" srcId="{37FADDA6-1B37-4889-BCCD-1E8323F75CF6}" destId="{240B7355-CA32-4608-A423-682CD743BC27}" srcOrd="1" destOrd="0" presId="urn:microsoft.com/office/officeart/2005/8/layout/orgChart1"/>
    <dgm:cxn modelId="{A0A55FEA-C301-42FF-AE63-2F1C4AD31CB4}" type="presParOf" srcId="{240B7355-CA32-4608-A423-682CD743BC27}" destId="{11EA3104-FE0E-4232-B08B-7303EB481B06}" srcOrd="0" destOrd="0" presId="urn:microsoft.com/office/officeart/2005/8/layout/orgChart1"/>
    <dgm:cxn modelId="{35211CC1-1CD6-41A8-8A30-6169C412BFA7}" type="presParOf" srcId="{240B7355-CA32-4608-A423-682CD743BC27}" destId="{91394CBA-D92C-4A20-B68A-A4D77C06D42F}" srcOrd="1" destOrd="0" presId="urn:microsoft.com/office/officeart/2005/8/layout/orgChart1"/>
    <dgm:cxn modelId="{2766E576-62FB-4013-8F8E-3EE851A52F89}" type="presParOf" srcId="{91394CBA-D92C-4A20-B68A-A4D77C06D42F}" destId="{A2AB39FE-1EF6-46BB-B925-AD20E4B50E31}" srcOrd="0" destOrd="0" presId="urn:microsoft.com/office/officeart/2005/8/layout/orgChart1"/>
    <dgm:cxn modelId="{0584AA8C-72A3-4FB7-AD3C-6E61268C1E3F}" type="presParOf" srcId="{A2AB39FE-1EF6-46BB-B925-AD20E4B50E31}" destId="{8D707AF1-DA34-4A8D-8723-81A8D65EB27B}" srcOrd="0" destOrd="0" presId="urn:microsoft.com/office/officeart/2005/8/layout/orgChart1"/>
    <dgm:cxn modelId="{D83AEDBE-F1E7-424B-AFC3-7CAA7AD93231}" type="presParOf" srcId="{A2AB39FE-1EF6-46BB-B925-AD20E4B50E31}" destId="{992C32EF-5D2F-4E12-B0B3-7D2ECD0A2BBD}" srcOrd="1" destOrd="0" presId="urn:microsoft.com/office/officeart/2005/8/layout/orgChart1"/>
    <dgm:cxn modelId="{EAE29D75-218B-48B8-8C50-9DE3A2EB0EC0}" type="presParOf" srcId="{91394CBA-D92C-4A20-B68A-A4D77C06D42F}" destId="{9E329A86-4247-4C71-8760-9DFF84BE7B87}" srcOrd="1" destOrd="0" presId="urn:microsoft.com/office/officeart/2005/8/layout/orgChart1"/>
    <dgm:cxn modelId="{62ABADAE-496E-498B-B42A-89C38BD3056E}" type="presParOf" srcId="{91394CBA-D92C-4A20-B68A-A4D77C06D42F}" destId="{711FDDB7-2BCD-461C-B5B3-6D9357D34512}" srcOrd="2" destOrd="0" presId="urn:microsoft.com/office/officeart/2005/8/layout/orgChart1"/>
    <dgm:cxn modelId="{9938C2F0-A548-44A7-8350-A4F9F794A4EE}" type="presParOf" srcId="{240B7355-CA32-4608-A423-682CD743BC27}" destId="{916526B9-A0FC-4118-8418-A3BC2C4254D5}" srcOrd="2" destOrd="0" presId="urn:microsoft.com/office/officeart/2005/8/layout/orgChart1"/>
    <dgm:cxn modelId="{739C1002-D4FB-4D4F-850B-2FE0F51B5960}" type="presParOf" srcId="{240B7355-CA32-4608-A423-682CD743BC27}" destId="{BD911A8E-FD1C-4914-A677-C06FA2E21113}" srcOrd="3" destOrd="0" presId="urn:microsoft.com/office/officeart/2005/8/layout/orgChart1"/>
    <dgm:cxn modelId="{E47B20D1-E582-4E55-A263-1EED240A8B31}" type="presParOf" srcId="{BD911A8E-FD1C-4914-A677-C06FA2E21113}" destId="{5508BA3D-AFF3-4389-9839-F5C4C779B9A7}" srcOrd="0" destOrd="0" presId="urn:microsoft.com/office/officeart/2005/8/layout/orgChart1"/>
    <dgm:cxn modelId="{93C00660-F733-4357-A267-FBF95508AFB0}" type="presParOf" srcId="{5508BA3D-AFF3-4389-9839-F5C4C779B9A7}" destId="{D2FE71A6-436E-45D2-90D1-980BB357A559}" srcOrd="0" destOrd="0" presId="urn:microsoft.com/office/officeart/2005/8/layout/orgChart1"/>
    <dgm:cxn modelId="{F282C86A-94E0-4D22-827E-02B38D4E0B34}" type="presParOf" srcId="{5508BA3D-AFF3-4389-9839-F5C4C779B9A7}" destId="{57E8E30E-C61F-42AD-9097-4358F0A39C20}" srcOrd="1" destOrd="0" presId="urn:microsoft.com/office/officeart/2005/8/layout/orgChart1"/>
    <dgm:cxn modelId="{02BED765-F15C-4E0B-96B3-460A27EEF501}" type="presParOf" srcId="{BD911A8E-FD1C-4914-A677-C06FA2E21113}" destId="{B37B38C3-9E74-409E-89F7-B6E8FEB8DE31}" srcOrd="1" destOrd="0" presId="urn:microsoft.com/office/officeart/2005/8/layout/orgChart1"/>
    <dgm:cxn modelId="{D9FEA5EB-EC80-48E1-BDEE-FA046A7BCC89}" type="presParOf" srcId="{BD911A8E-FD1C-4914-A677-C06FA2E21113}" destId="{913B44EA-3374-427F-AF80-F2576C4CBD7B}" srcOrd="2" destOrd="0" presId="urn:microsoft.com/office/officeart/2005/8/layout/orgChart1"/>
    <dgm:cxn modelId="{F5042529-1D74-4F9D-B7A2-5D2DE4894380}" type="presParOf" srcId="{240B7355-CA32-4608-A423-682CD743BC27}" destId="{95E252E0-C2A9-40B5-B24D-D22B75007DC3}" srcOrd="4" destOrd="0" presId="urn:microsoft.com/office/officeart/2005/8/layout/orgChart1"/>
    <dgm:cxn modelId="{3ADB54F6-764B-43FA-B084-150FB27577A4}" type="presParOf" srcId="{240B7355-CA32-4608-A423-682CD743BC27}" destId="{8922AC42-FD69-45B6-B005-D89E6185EE5C}" srcOrd="5" destOrd="0" presId="urn:microsoft.com/office/officeart/2005/8/layout/orgChart1"/>
    <dgm:cxn modelId="{74FBD174-793C-4070-A0DE-6B72527EB57A}" type="presParOf" srcId="{8922AC42-FD69-45B6-B005-D89E6185EE5C}" destId="{62DE6868-24D6-4D94-AD2D-8702AFA30434}" srcOrd="0" destOrd="0" presId="urn:microsoft.com/office/officeart/2005/8/layout/orgChart1"/>
    <dgm:cxn modelId="{1CF39395-1DD5-4471-8611-812057736B52}" type="presParOf" srcId="{62DE6868-24D6-4D94-AD2D-8702AFA30434}" destId="{D3663601-2EF6-45CB-A24B-EACABC1B3D23}" srcOrd="0" destOrd="0" presId="urn:microsoft.com/office/officeart/2005/8/layout/orgChart1"/>
    <dgm:cxn modelId="{959057CD-468C-4C60-B58A-3B69104CD64A}" type="presParOf" srcId="{62DE6868-24D6-4D94-AD2D-8702AFA30434}" destId="{C3861E37-1B8E-402A-890F-64185F9B7620}" srcOrd="1" destOrd="0" presId="urn:microsoft.com/office/officeart/2005/8/layout/orgChart1"/>
    <dgm:cxn modelId="{920787A9-C65E-41A5-85F3-67BC5417037F}" type="presParOf" srcId="{8922AC42-FD69-45B6-B005-D89E6185EE5C}" destId="{43A4D739-5627-409C-BF4A-162136D468EF}" srcOrd="1" destOrd="0" presId="urn:microsoft.com/office/officeart/2005/8/layout/orgChart1"/>
    <dgm:cxn modelId="{BE25DE74-4B23-46A0-8C21-32CFDD4A16E0}" type="presParOf" srcId="{8922AC42-FD69-45B6-B005-D89E6185EE5C}" destId="{B66A89D0-8A56-4C6E-90EB-0CFACD673683}" srcOrd="2" destOrd="0" presId="urn:microsoft.com/office/officeart/2005/8/layout/orgChart1"/>
    <dgm:cxn modelId="{BA479B45-D196-45E9-ABC6-BEC4FEF71F39}" type="presParOf" srcId="{37FADDA6-1B37-4889-BCCD-1E8323F75CF6}" destId="{CA127C4A-52C4-4893-9C42-E5F2E5526FB7}" srcOrd="2" destOrd="0" presId="urn:microsoft.com/office/officeart/2005/8/layout/orgChart1"/>
    <dgm:cxn modelId="{C910E779-728B-42E4-8D5F-4608635F1E7E}" type="presParOf" srcId="{9A8DB464-AEFB-4D70-95A2-F727601528FF}" destId="{42C5FB3F-7656-4264-8B60-EC31E169C6A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252E0-C2A9-40B5-B24D-D22B75007DC3}">
      <dsp:nvSpPr>
        <dsp:cNvPr id="0" name=""/>
        <dsp:cNvSpPr/>
      </dsp:nvSpPr>
      <dsp:spPr>
        <a:xfrm>
          <a:off x="6775308" y="1735602"/>
          <a:ext cx="205713" cy="17828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82865"/>
              </a:lnTo>
              <a:lnTo>
                <a:pt x="205713" y="178286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6526B9-A0FC-4118-8418-A3BC2C4254D5}">
      <dsp:nvSpPr>
        <dsp:cNvPr id="0" name=""/>
        <dsp:cNvSpPr/>
      </dsp:nvSpPr>
      <dsp:spPr>
        <a:xfrm>
          <a:off x="6775308" y="1735602"/>
          <a:ext cx="205713" cy="11273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7319"/>
              </a:lnTo>
              <a:lnTo>
                <a:pt x="205713" y="112731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EA3104-FE0E-4232-B08B-7303EB481B06}">
      <dsp:nvSpPr>
        <dsp:cNvPr id="0" name=""/>
        <dsp:cNvSpPr/>
      </dsp:nvSpPr>
      <dsp:spPr>
        <a:xfrm>
          <a:off x="6775308" y="1735602"/>
          <a:ext cx="205713" cy="4717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772"/>
              </a:lnTo>
              <a:lnTo>
                <a:pt x="205713" y="47177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442E0A-1E69-484B-ADE4-8D78AB97625B}">
      <dsp:nvSpPr>
        <dsp:cNvPr id="0" name=""/>
        <dsp:cNvSpPr/>
      </dsp:nvSpPr>
      <dsp:spPr>
        <a:xfrm>
          <a:off x="4005036" y="1049926"/>
          <a:ext cx="3318840" cy="2879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999"/>
              </a:lnTo>
              <a:lnTo>
                <a:pt x="3318840" y="143999"/>
              </a:lnTo>
              <a:lnTo>
                <a:pt x="3318840" y="287998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8AC916-9A6C-4355-BE11-4874789B27EF}">
      <dsp:nvSpPr>
        <dsp:cNvPr id="0" name=""/>
        <dsp:cNvSpPr/>
      </dsp:nvSpPr>
      <dsp:spPr>
        <a:xfrm>
          <a:off x="5211407" y="1747740"/>
          <a:ext cx="110193" cy="4404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0418"/>
              </a:lnTo>
              <a:lnTo>
                <a:pt x="110193" y="44041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D7144F-82AD-48D9-AFC1-A2D90E02B41E}">
      <dsp:nvSpPr>
        <dsp:cNvPr id="0" name=""/>
        <dsp:cNvSpPr/>
      </dsp:nvSpPr>
      <dsp:spPr>
        <a:xfrm>
          <a:off x="4005036" y="1049926"/>
          <a:ext cx="1754940" cy="3088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872"/>
              </a:lnTo>
              <a:lnTo>
                <a:pt x="1754940" y="164872"/>
              </a:lnTo>
              <a:lnTo>
                <a:pt x="1754940" y="308871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DFABF6-4624-4301-BD41-E05A803F4C5A}">
      <dsp:nvSpPr>
        <dsp:cNvPr id="0" name=""/>
        <dsp:cNvSpPr/>
      </dsp:nvSpPr>
      <dsp:spPr>
        <a:xfrm>
          <a:off x="3456467" y="1695680"/>
          <a:ext cx="205713" cy="22955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5564"/>
              </a:lnTo>
              <a:lnTo>
                <a:pt x="205713" y="229556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53CB83-BDD0-4045-80C1-834F297389E1}">
      <dsp:nvSpPr>
        <dsp:cNvPr id="0" name=""/>
        <dsp:cNvSpPr/>
      </dsp:nvSpPr>
      <dsp:spPr>
        <a:xfrm>
          <a:off x="3456467" y="1695680"/>
          <a:ext cx="205713" cy="16808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0831"/>
              </a:lnTo>
              <a:lnTo>
                <a:pt x="205713" y="1680831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5E7C76-6010-4E28-A90B-E77D3FAEA659}">
      <dsp:nvSpPr>
        <dsp:cNvPr id="0" name=""/>
        <dsp:cNvSpPr/>
      </dsp:nvSpPr>
      <dsp:spPr>
        <a:xfrm>
          <a:off x="3456467" y="1695680"/>
          <a:ext cx="205713" cy="10660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6098"/>
              </a:lnTo>
              <a:lnTo>
                <a:pt x="205713" y="106609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E3A958-935C-47BA-A8D5-EA00D3D7BB97}">
      <dsp:nvSpPr>
        <dsp:cNvPr id="0" name=""/>
        <dsp:cNvSpPr/>
      </dsp:nvSpPr>
      <dsp:spPr>
        <a:xfrm>
          <a:off x="3456467" y="1695680"/>
          <a:ext cx="205713" cy="4513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1365"/>
              </a:lnTo>
              <a:lnTo>
                <a:pt x="205713" y="45136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BE9472-38C9-4B3A-9B13-FBC9769C1BB3}">
      <dsp:nvSpPr>
        <dsp:cNvPr id="0" name=""/>
        <dsp:cNvSpPr/>
      </dsp:nvSpPr>
      <dsp:spPr>
        <a:xfrm>
          <a:off x="3959316" y="1049926"/>
          <a:ext cx="91440" cy="2879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7998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829EDB-AC93-45F7-BCCC-718CDCAF7B31}">
      <dsp:nvSpPr>
        <dsp:cNvPr id="0" name=""/>
        <dsp:cNvSpPr/>
      </dsp:nvSpPr>
      <dsp:spPr>
        <a:xfrm>
          <a:off x="1797047" y="1695680"/>
          <a:ext cx="219180" cy="24463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6311"/>
              </a:lnTo>
              <a:lnTo>
                <a:pt x="219180" y="2446311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A0BFC8-FE74-4E00-817C-78DA67027E9D}">
      <dsp:nvSpPr>
        <dsp:cNvPr id="0" name=""/>
        <dsp:cNvSpPr/>
      </dsp:nvSpPr>
      <dsp:spPr>
        <a:xfrm>
          <a:off x="1797047" y="1695680"/>
          <a:ext cx="219180" cy="1773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3457"/>
              </a:lnTo>
              <a:lnTo>
                <a:pt x="219180" y="1773457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92A9F0-4A3F-441A-88AD-2CCA7F18D48D}">
      <dsp:nvSpPr>
        <dsp:cNvPr id="0" name=""/>
        <dsp:cNvSpPr/>
      </dsp:nvSpPr>
      <dsp:spPr>
        <a:xfrm>
          <a:off x="1797047" y="1695680"/>
          <a:ext cx="219180" cy="11006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0603"/>
              </a:lnTo>
              <a:lnTo>
                <a:pt x="219180" y="110060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59C2DC-D79A-4F55-8B8B-07F9E10CCE8D}">
      <dsp:nvSpPr>
        <dsp:cNvPr id="0" name=""/>
        <dsp:cNvSpPr/>
      </dsp:nvSpPr>
      <dsp:spPr>
        <a:xfrm>
          <a:off x="1797047" y="1695680"/>
          <a:ext cx="219180" cy="427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7749"/>
              </a:lnTo>
              <a:lnTo>
                <a:pt x="219180" y="42774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E082E8-93F3-473A-8F68-0E08AD4EB277}">
      <dsp:nvSpPr>
        <dsp:cNvPr id="0" name=""/>
        <dsp:cNvSpPr/>
      </dsp:nvSpPr>
      <dsp:spPr>
        <a:xfrm>
          <a:off x="2345615" y="1049926"/>
          <a:ext cx="1659420" cy="287998"/>
        </a:xfrm>
        <a:custGeom>
          <a:avLst/>
          <a:gdLst/>
          <a:ahLst/>
          <a:cxnLst/>
          <a:rect l="0" t="0" r="0" b="0"/>
          <a:pathLst>
            <a:path>
              <a:moveTo>
                <a:pt x="1659420" y="0"/>
              </a:moveTo>
              <a:lnTo>
                <a:pt x="1659420" y="143999"/>
              </a:lnTo>
              <a:lnTo>
                <a:pt x="0" y="143999"/>
              </a:lnTo>
              <a:lnTo>
                <a:pt x="0" y="287998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8C64BB-8F64-421B-9412-5DBF63E018B8}">
      <dsp:nvSpPr>
        <dsp:cNvPr id="0" name=""/>
        <dsp:cNvSpPr/>
      </dsp:nvSpPr>
      <dsp:spPr>
        <a:xfrm>
          <a:off x="137626" y="1695680"/>
          <a:ext cx="205713" cy="3049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49894"/>
              </a:lnTo>
              <a:lnTo>
                <a:pt x="205713" y="304989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95FAE2-BB50-41BF-A246-60303D243562}">
      <dsp:nvSpPr>
        <dsp:cNvPr id="0" name=""/>
        <dsp:cNvSpPr/>
      </dsp:nvSpPr>
      <dsp:spPr>
        <a:xfrm>
          <a:off x="137626" y="1695680"/>
          <a:ext cx="205713" cy="2404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04140"/>
              </a:lnTo>
              <a:lnTo>
                <a:pt x="205713" y="240414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DBDA8B-6520-4758-A5FA-4E4B92DD43ED}">
      <dsp:nvSpPr>
        <dsp:cNvPr id="0" name=""/>
        <dsp:cNvSpPr/>
      </dsp:nvSpPr>
      <dsp:spPr>
        <a:xfrm>
          <a:off x="137626" y="1695680"/>
          <a:ext cx="205713" cy="17583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8385"/>
              </a:lnTo>
              <a:lnTo>
                <a:pt x="205713" y="175838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1A7E01-3512-4EEB-9CCC-59DF89F14814}">
      <dsp:nvSpPr>
        <dsp:cNvPr id="0" name=""/>
        <dsp:cNvSpPr/>
      </dsp:nvSpPr>
      <dsp:spPr>
        <a:xfrm>
          <a:off x="137626" y="1695680"/>
          <a:ext cx="205713" cy="11126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2631"/>
              </a:lnTo>
              <a:lnTo>
                <a:pt x="205713" y="1112631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EF47B7-5293-4B9A-8A40-637735E6C51D}">
      <dsp:nvSpPr>
        <dsp:cNvPr id="0" name=""/>
        <dsp:cNvSpPr/>
      </dsp:nvSpPr>
      <dsp:spPr>
        <a:xfrm>
          <a:off x="137626" y="1695680"/>
          <a:ext cx="205713" cy="4668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876"/>
              </a:lnTo>
              <a:lnTo>
                <a:pt x="205713" y="46687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FD8707-9C96-43CB-9657-6E47CC2B4684}">
      <dsp:nvSpPr>
        <dsp:cNvPr id="0" name=""/>
        <dsp:cNvSpPr/>
      </dsp:nvSpPr>
      <dsp:spPr>
        <a:xfrm>
          <a:off x="686195" y="1049926"/>
          <a:ext cx="3318840" cy="287998"/>
        </a:xfrm>
        <a:custGeom>
          <a:avLst/>
          <a:gdLst/>
          <a:ahLst/>
          <a:cxnLst/>
          <a:rect l="0" t="0" r="0" b="0"/>
          <a:pathLst>
            <a:path>
              <a:moveTo>
                <a:pt x="3318840" y="0"/>
              </a:moveTo>
              <a:lnTo>
                <a:pt x="3318840" y="143999"/>
              </a:lnTo>
              <a:lnTo>
                <a:pt x="0" y="143999"/>
              </a:lnTo>
              <a:lnTo>
                <a:pt x="0" y="287998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DA4825-8282-45C8-BFB0-2246AFE53E74}">
      <dsp:nvSpPr>
        <dsp:cNvPr id="0" name=""/>
        <dsp:cNvSpPr/>
      </dsp:nvSpPr>
      <dsp:spPr>
        <a:xfrm>
          <a:off x="3319325" y="692170"/>
          <a:ext cx="1371421" cy="35775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관리자페이지</a:t>
          </a:r>
          <a:endParaRPr lang="ko-KR" altLang="en-US" sz="1000" b="1" kern="1200" dirty="0"/>
        </a:p>
      </dsp:txBody>
      <dsp:txXfrm>
        <a:off x="3319325" y="692170"/>
        <a:ext cx="1371421" cy="357755"/>
      </dsp:txXfrm>
    </dsp:sp>
    <dsp:sp modelId="{126919AA-5B44-4AA1-AD9D-C16183F77E3A}">
      <dsp:nvSpPr>
        <dsp:cNvPr id="0" name=""/>
        <dsp:cNvSpPr/>
      </dsp:nvSpPr>
      <dsp:spPr>
        <a:xfrm>
          <a:off x="484" y="1337924"/>
          <a:ext cx="1371421" cy="35775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err="1" smtClean="0"/>
            <a:t>컨텐츠관리</a:t>
          </a:r>
          <a:r>
            <a:rPr lang="en-US" altLang="ko-KR" sz="1000" b="1" kern="1200" dirty="0" smtClean="0"/>
            <a:t>(</a:t>
          </a:r>
          <a:r>
            <a:rPr lang="ko-KR" altLang="en-US" sz="1000" b="1" kern="1200" dirty="0" smtClean="0"/>
            <a:t>황</a:t>
          </a:r>
          <a:r>
            <a:rPr lang="en-US" altLang="ko-KR" sz="1000" b="1" kern="1200" dirty="0" smtClean="0"/>
            <a:t>)</a:t>
          </a:r>
          <a:endParaRPr lang="ko-KR" altLang="en-US" sz="1000" b="1" kern="1200" dirty="0"/>
        </a:p>
      </dsp:txBody>
      <dsp:txXfrm>
        <a:off x="484" y="1337924"/>
        <a:ext cx="1371421" cy="357755"/>
      </dsp:txXfrm>
    </dsp:sp>
    <dsp:sp modelId="{8D6BBD76-C771-4149-9DB4-9266B434BE8D}">
      <dsp:nvSpPr>
        <dsp:cNvPr id="0" name=""/>
        <dsp:cNvSpPr/>
      </dsp:nvSpPr>
      <dsp:spPr>
        <a:xfrm>
          <a:off x="343339" y="1983679"/>
          <a:ext cx="1371421" cy="35775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배너관리</a:t>
          </a:r>
          <a:endParaRPr lang="ko-KR" altLang="en-US" sz="1000" b="1" kern="1200" dirty="0"/>
        </a:p>
      </dsp:txBody>
      <dsp:txXfrm>
        <a:off x="343339" y="1983679"/>
        <a:ext cx="1371421" cy="357755"/>
      </dsp:txXfrm>
    </dsp:sp>
    <dsp:sp modelId="{18437955-61EC-46F3-8CA9-81DEF4B0C259}">
      <dsp:nvSpPr>
        <dsp:cNvPr id="0" name=""/>
        <dsp:cNvSpPr/>
      </dsp:nvSpPr>
      <dsp:spPr>
        <a:xfrm>
          <a:off x="343339" y="2629434"/>
          <a:ext cx="1371421" cy="35775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팝업관리</a:t>
          </a:r>
          <a:endParaRPr lang="ko-KR" altLang="en-US" sz="1000" b="1" kern="1200" dirty="0"/>
        </a:p>
      </dsp:txBody>
      <dsp:txXfrm>
        <a:off x="343339" y="2629434"/>
        <a:ext cx="1371421" cy="357755"/>
      </dsp:txXfrm>
    </dsp:sp>
    <dsp:sp modelId="{F61D7D28-97EC-49C2-9723-29C7A1841719}">
      <dsp:nvSpPr>
        <dsp:cNvPr id="0" name=""/>
        <dsp:cNvSpPr/>
      </dsp:nvSpPr>
      <dsp:spPr>
        <a:xfrm>
          <a:off x="343339" y="3275188"/>
          <a:ext cx="1371421" cy="35775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임원정보관리</a:t>
          </a:r>
          <a:endParaRPr lang="ko-KR" altLang="en-US" sz="1000" b="1" kern="1200" dirty="0"/>
        </a:p>
      </dsp:txBody>
      <dsp:txXfrm>
        <a:off x="343339" y="3275188"/>
        <a:ext cx="1371421" cy="357755"/>
      </dsp:txXfrm>
    </dsp:sp>
    <dsp:sp modelId="{64487651-BAE3-4522-A4E4-F2A2105D9FA0}">
      <dsp:nvSpPr>
        <dsp:cNvPr id="0" name=""/>
        <dsp:cNvSpPr/>
      </dsp:nvSpPr>
      <dsp:spPr>
        <a:xfrm>
          <a:off x="343339" y="3920943"/>
          <a:ext cx="1371421" cy="35775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err="1" smtClean="0"/>
            <a:t>지회관리</a:t>
          </a:r>
          <a:endParaRPr lang="ko-KR" altLang="en-US" sz="1000" b="1" kern="1200" dirty="0"/>
        </a:p>
      </dsp:txBody>
      <dsp:txXfrm>
        <a:off x="343339" y="3920943"/>
        <a:ext cx="1371421" cy="357755"/>
      </dsp:txXfrm>
    </dsp:sp>
    <dsp:sp modelId="{646B8D0E-6D67-4652-88D0-3E550FDC0E51}">
      <dsp:nvSpPr>
        <dsp:cNvPr id="0" name=""/>
        <dsp:cNvSpPr/>
      </dsp:nvSpPr>
      <dsp:spPr>
        <a:xfrm>
          <a:off x="343339" y="4566697"/>
          <a:ext cx="1371421" cy="35775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50" b="1" kern="1200" dirty="0" smtClean="0"/>
            <a:t>문의관리</a:t>
          </a:r>
          <a:endParaRPr lang="ko-KR" altLang="en-US" sz="1050" b="1" kern="1200" dirty="0"/>
        </a:p>
      </dsp:txBody>
      <dsp:txXfrm>
        <a:off x="343339" y="4566697"/>
        <a:ext cx="1371421" cy="357755"/>
      </dsp:txXfrm>
    </dsp:sp>
    <dsp:sp modelId="{52C2E3AC-3746-4CF0-8A27-19E44343F73D}">
      <dsp:nvSpPr>
        <dsp:cNvPr id="0" name=""/>
        <dsp:cNvSpPr/>
      </dsp:nvSpPr>
      <dsp:spPr>
        <a:xfrm>
          <a:off x="1659904" y="1337924"/>
          <a:ext cx="1371421" cy="35775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게시판관리</a:t>
          </a:r>
          <a:r>
            <a:rPr lang="en-US" altLang="ko-KR" sz="1000" b="1" kern="1200" dirty="0" smtClean="0"/>
            <a:t>(</a:t>
          </a:r>
          <a:r>
            <a:rPr lang="ko-KR" altLang="en-US" sz="1000" b="1" kern="1200" dirty="0" smtClean="0"/>
            <a:t>조</a:t>
          </a:r>
          <a:r>
            <a:rPr lang="en-US" altLang="ko-KR" sz="1000" b="1" kern="1200" dirty="0" smtClean="0"/>
            <a:t>)</a:t>
          </a:r>
          <a:endParaRPr lang="ko-KR" altLang="en-US" sz="1000" b="1" kern="1200" dirty="0"/>
        </a:p>
      </dsp:txBody>
      <dsp:txXfrm>
        <a:off x="1659904" y="1337924"/>
        <a:ext cx="1371421" cy="357755"/>
      </dsp:txXfrm>
    </dsp:sp>
    <dsp:sp modelId="{B58DFFC7-B279-415B-830F-5C3A5EAB25F2}">
      <dsp:nvSpPr>
        <dsp:cNvPr id="0" name=""/>
        <dsp:cNvSpPr/>
      </dsp:nvSpPr>
      <dsp:spPr>
        <a:xfrm>
          <a:off x="2016227" y="1931003"/>
          <a:ext cx="1371421" cy="38485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게시판목록관리</a:t>
          </a:r>
          <a:endParaRPr lang="ko-KR" altLang="en-US" sz="1000" b="1" kern="1200" dirty="0"/>
        </a:p>
      </dsp:txBody>
      <dsp:txXfrm>
        <a:off x="2016227" y="1931003"/>
        <a:ext cx="1371421" cy="384855"/>
      </dsp:txXfrm>
    </dsp:sp>
    <dsp:sp modelId="{69A1AA16-B8E5-476A-BAF9-9AC905132D45}">
      <dsp:nvSpPr>
        <dsp:cNvPr id="0" name=""/>
        <dsp:cNvSpPr/>
      </dsp:nvSpPr>
      <dsp:spPr>
        <a:xfrm>
          <a:off x="2016227" y="2603856"/>
          <a:ext cx="1371421" cy="38485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50" b="1" kern="1200" dirty="0" err="1" smtClean="0"/>
            <a:t>게시글관리</a:t>
          </a:r>
          <a:endParaRPr lang="ko-KR" altLang="en-US" sz="1050" b="1" kern="1200" dirty="0"/>
        </a:p>
      </dsp:txBody>
      <dsp:txXfrm>
        <a:off x="2016227" y="2603856"/>
        <a:ext cx="1371421" cy="384855"/>
      </dsp:txXfrm>
    </dsp:sp>
    <dsp:sp modelId="{8A7FFFB9-FBC7-456E-888B-D54ABBE7A95A}">
      <dsp:nvSpPr>
        <dsp:cNvPr id="0" name=""/>
        <dsp:cNvSpPr/>
      </dsp:nvSpPr>
      <dsp:spPr>
        <a:xfrm>
          <a:off x="2016227" y="3276710"/>
          <a:ext cx="1371421" cy="38485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공지관리</a:t>
          </a:r>
          <a:endParaRPr lang="ko-KR" altLang="en-US" sz="1000" b="1" kern="1200" dirty="0"/>
        </a:p>
      </dsp:txBody>
      <dsp:txXfrm>
        <a:off x="2016227" y="3276710"/>
        <a:ext cx="1371421" cy="384855"/>
      </dsp:txXfrm>
    </dsp:sp>
    <dsp:sp modelId="{A405848E-25B7-4EE2-8449-95D81FDD3056}">
      <dsp:nvSpPr>
        <dsp:cNvPr id="0" name=""/>
        <dsp:cNvSpPr/>
      </dsp:nvSpPr>
      <dsp:spPr>
        <a:xfrm>
          <a:off x="2016227" y="3949564"/>
          <a:ext cx="1371421" cy="38485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050" b="1" kern="1200" dirty="0" smtClean="0"/>
            <a:t>FAQ</a:t>
          </a:r>
          <a:r>
            <a:rPr lang="ko-KR" altLang="en-US" sz="1050" b="1" kern="1200" dirty="0" smtClean="0"/>
            <a:t>관리</a:t>
          </a:r>
          <a:endParaRPr lang="ko-KR" altLang="en-US" sz="1050" b="1" kern="1200" dirty="0"/>
        </a:p>
      </dsp:txBody>
      <dsp:txXfrm>
        <a:off x="2016227" y="3949564"/>
        <a:ext cx="1371421" cy="384855"/>
      </dsp:txXfrm>
    </dsp:sp>
    <dsp:sp modelId="{B1DB7839-545D-432F-BCDA-A02FAB4968E2}">
      <dsp:nvSpPr>
        <dsp:cNvPr id="0" name=""/>
        <dsp:cNvSpPr/>
      </dsp:nvSpPr>
      <dsp:spPr>
        <a:xfrm>
          <a:off x="3319325" y="1337924"/>
          <a:ext cx="1371421" cy="35775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시스템관리</a:t>
          </a:r>
          <a:r>
            <a:rPr lang="en-US" altLang="ko-KR" sz="1000" b="1" kern="1200" dirty="0" smtClean="0"/>
            <a:t>(</a:t>
          </a:r>
          <a:r>
            <a:rPr lang="ko-KR" altLang="en-US" sz="1000" b="1" kern="1200" dirty="0" smtClean="0"/>
            <a:t>조</a:t>
          </a:r>
          <a:r>
            <a:rPr lang="en-US" altLang="ko-KR" sz="1000" b="1" kern="1200" dirty="0" smtClean="0"/>
            <a:t>)</a:t>
          </a:r>
          <a:endParaRPr lang="ko-KR" altLang="en-US" sz="1000" b="1" kern="1200" dirty="0"/>
        </a:p>
      </dsp:txBody>
      <dsp:txXfrm>
        <a:off x="3319325" y="1337924"/>
        <a:ext cx="1371421" cy="357755"/>
      </dsp:txXfrm>
    </dsp:sp>
    <dsp:sp modelId="{F95739FD-6D4A-488D-9235-BD9F2FFC40F4}">
      <dsp:nvSpPr>
        <dsp:cNvPr id="0" name=""/>
        <dsp:cNvSpPr/>
      </dsp:nvSpPr>
      <dsp:spPr>
        <a:xfrm>
          <a:off x="3662180" y="1983679"/>
          <a:ext cx="1371421" cy="32673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관리자정보관리</a:t>
          </a:r>
          <a:endParaRPr lang="ko-KR" altLang="en-US" sz="1000" b="1" kern="1200" dirty="0"/>
        </a:p>
      </dsp:txBody>
      <dsp:txXfrm>
        <a:off x="3662180" y="1983679"/>
        <a:ext cx="1371421" cy="326734"/>
      </dsp:txXfrm>
    </dsp:sp>
    <dsp:sp modelId="{0DCFA2FB-E01A-47A7-B663-005F574F6DAC}">
      <dsp:nvSpPr>
        <dsp:cNvPr id="0" name=""/>
        <dsp:cNvSpPr/>
      </dsp:nvSpPr>
      <dsp:spPr>
        <a:xfrm>
          <a:off x="3662180" y="2598412"/>
          <a:ext cx="1371421" cy="32673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코드관리</a:t>
          </a:r>
          <a:endParaRPr lang="ko-KR" altLang="en-US" sz="1000" b="1" kern="1200" dirty="0"/>
        </a:p>
      </dsp:txBody>
      <dsp:txXfrm>
        <a:off x="3662180" y="2598412"/>
        <a:ext cx="1371421" cy="326734"/>
      </dsp:txXfrm>
    </dsp:sp>
    <dsp:sp modelId="{B8959AC9-37A5-48C2-A5C0-E1263A9B91D9}">
      <dsp:nvSpPr>
        <dsp:cNvPr id="0" name=""/>
        <dsp:cNvSpPr/>
      </dsp:nvSpPr>
      <dsp:spPr>
        <a:xfrm>
          <a:off x="3662180" y="3213145"/>
          <a:ext cx="1371421" cy="32673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환경변수관리</a:t>
          </a:r>
          <a:endParaRPr lang="ko-KR" altLang="en-US" sz="1000" b="1" kern="1200" dirty="0"/>
        </a:p>
      </dsp:txBody>
      <dsp:txXfrm>
        <a:off x="3662180" y="3213145"/>
        <a:ext cx="1371421" cy="326734"/>
      </dsp:txXfrm>
    </dsp:sp>
    <dsp:sp modelId="{6D622C3A-0CE8-4FDB-BA72-57BFEBEDC8B5}">
      <dsp:nvSpPr>
        <dsp:cNvPr id="0" name=""/>
        <dsp:cNvSpPr/>
      </dsp:nvSpPr>
      <dsp:spPr>
        <a:xfrm>
          <a:off x="3662180" y="3827878"/>
          <a:ext cx="1371421" cy="32673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100" b="1" kern="1200" dirty="0" smtClean="0"/>
            <a:t>메뉴관리</a:t>
          </a:r>
          <a:endParaRPr lang="ko-KR" altLang="en-US" sz="1100" b="1" kern="1200" dirty="0"/>
        </a:p>
      </dsp:txBody>
      <dsp:txXfrm>
        <a:off x="3662180" y="3827878"/>
        <a:ext cx="1371421" cy="326734"/>
      </dsp:txXfrm>
    </dsp:sp>
    <dsp:sp modelId="{260BAB18-B77F-46FB-9415-77FA8A0E51FD}">
      <dsp:nvSpPr>
        <dsp:cNvPr id="0" name=""/>
        <dsp:cNvSpPr/>
      </dsp:nvSpPr>
      <dsp:spPr>
        <a:xfrm>
          <a:off x="5074265" y="1358797"/>
          <a:ext cx="1371421" cy="38894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교육관리</a:t>
          </a:r>
          <a:endParaRPr lang="ko-KR" altLang="en-US" sz="1000" b="1" kern="1200" dirty="0"/>
        </a:p>
      </dsp:txBody>
      <dsp:txXfrm>
        <a:off x="5074265" y="1358797"/>
        <a:ext cx="1371421" cy="388942"/>
      </dsp:txXfrm>
    </dsp:sp>
    <dsp:sp modelId="{D98C14F1-52E5-424E-954E-1218BF284735}">
      <dsp:nvSpPr>
        <dsp:cNvPr id="0" name=""/>
        <dsp:cNvSpPr/>
      </dsp:nvSpPr>
      <dsp:spPr>
        <a:xfrm>
          <a:off x="5321601" y="2014865"/>
          <a:ext cx="1371421" cy="34658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교육일정관리</a:t>
          </a:r>
          <a:endParaRPr lang="ko-KR" altLang="en-US" sz="1000" b="1" kern="1200" dirty="0"/>
        </a:p>
      </dsp:txBody>
      <dsp:txXfrm>
        <a:off x="5321601" y="2014865"/>
        <a:ext cx="1371421" cy="346585"/>
      </dsp:txXfrm>
    </dsp:sp>
    <dsp:sp modelId="{6C07B351-C18A-459C-86F6-24AD6DC47150}">
      <dsp:nvSpPr>
        <dsp:cNvPr id="0" name=""/>
        <dsp:cNvSpPr/>
      </dsp:nvSpPr>
      <dsp:spPr>
        <a:xfrm>
          <a:off x="6638166" y="1337924"/>
          <a:ext cx="1371421" cy="39767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통계</a:t>
          </a:r>
          <a:r>
            <a:rPr lang="en-US" altLang="ko-KR" sz="1000" b="1" kern="1200" dirty="0" smtClean="0"/>
            <a:t>(</a:t>
          </a:r>
          <a:r>
            <a:rPr lang="ko-KR" altLang="en-US" sz="1000" b="1" kern="1200" dirty="0" smtClean="0"/>
            <a:t>황</a:t>
          </a:r>
          <a:r>
            <a:rPr lang="en-US" altLang="ko-KR" sz="1000" b="1" kern="1200" dirty="0" smtClean="0"/>
            <a:t>)</a:t>
          </a:r>
          <a:endParaRPr lang="ko-KR" altLang="en-US" sz="1000" b="1" kern="1200" dirty="0"/>
        </a:p>
      </dsp:txBody>
      <dsp:txXfrm>
        <a:off x="6638166" y="1337924"/>
        <a:ext cx="1371421" cy="397678"/>
      </dsp:txXfrm>
    </dsp:sp>
    <dsp:sp modelId="{8D707AF1-DA34-4A8D-8723-81A8D65EB27B}">
      <dsp:nvSpPr>
        <dsp:cNvPr id="0" name=""/>
        <dsp:cNvSpPr/>
      </dsp:nvSpPr>
      <dsp:spPr>
        <a:xfrm>
          <a:off x="6981021" y="2023601"/>
          <a:ext cx="1371421" cy="36754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err="1" smtClean="0"/>
            <a:t>일별접속자통계</a:t>
          </a:r>
          <a:endParaRPr lang="ko-KR" altLang="en-US" sz="1000" b="1" kern="1200" dirty="0"/>
        </a:p>
      </dsp:txBody>
      <dsp:txXfrm>
        <a:off x="6981021" y="2023601"/>
        <a:ext cx="1371421" cy="367547"/>
      </dsp:txXfrm>
    </dsp:sp>
    <dsp:sp modelId="{D2FE71A6-436E-45D2-90D1-980BB357A559}">
      <dsp:nvSpPr>
        <dsp:cNvPr id="0" name=""/>
        <dsp:cNvSpPr/>
      </dsp:nvSpPr>
      <dsp:spPr>
        <a:xfrm>
          <a:off x="6981021" y="2679148"/>
          <a:ext cx="1371421" cy="36754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err="1" smtClean="0"/>
            <a:t>페이지별통계</a:t>
          </a:r>
          <a:endParaRPr lang="ko-KR" altLang="en-US" sz="1000" b="1" kern="1200" dirty="0"/>
        </a:p>
      </dsp:txBody>
      <dsp:txXfrm>
        <a:off x="6981021" y="2679148"/>
        <a:ext cx="1371421" cy="367547"/>
      </dsp:txXfrm>
    </dsp:sp>
    <dsp:sp modelId="{D3663601-2EF6-45CB-A24B-EACABC1B3D23}">
      <dsp:nvSpPr>
        <dsp:cNvPr id="0" name=""/>
        <dsp:cNvSpPr/>
      </dsp:nvSpPr>
      <dsp:spPr>
        <a:xfrm>
          <a:off x="6981021" y="3334694"/>
          <a:ext cx="1371421" cy="36754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검색엔진통계</a:t>
          </a:r>
          <a:endParaRPr lang="ko-KR" altLang="en-US" sz="1000" b="1" kern="1200" dirty="0"/>
        </a:p>
      </dsp:txBody>
      <dsp:txXfrm>
        <a:off x="6981021" y="3334694"/>
        <a:ext cx="1371421" cy="3675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09478-1A0D-4D13-8335-0D7632749EB0}" type="datetimeFigureOut">
              <a:rPr lang="ko-KR" altLang="en-US" smtClean="0"/>
              <a:pPr/>
              <a:t>2017-04-29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BBF0D-31F3-4C63-A1B7-7D417FA6C18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812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800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600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800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800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800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800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800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 userDrawn="1"/>
        </p:nvSpPr>
        <p:spPr>
          <a:xfrm>
            <a:off x="107504" y="321624"/>
            <a:ext cx="8928992" cy="641974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26"/>
          <p:cNvSpPr/>
          <p:nvPr userDrawn="1"/>
        </p:nvSpPr>
        <p:spPr>
          <a:xfrm>
            <a:off x="48244" y="55657"/>
            <a:ext cx="3371628" cy="276999"/>
          </a:xfrm>
          <a:custGeom>
            <a:avLst/>
            <a:gdLst>
              <a:gd name="connsiteX0" fmla="*/ 0 w 2808312"/>
              <a:gd name="connsiteY0" fmla="*/ 0 h 276999"/>
              <a:gd name="connsiteX1" fmla="*/ 2808312 w 2808312"/>
              <a:gd name="connsiteY1" fmla="*/ 0 h 276999"/>
              <a:gd name="connsiteX2" fmla="*/ 2808312 w 2808312"/>
              <a:gd name="connsiteY2" fmla="*/ 276999 h 276999"/>
              <a:gd name="connsiteX3" fmla="*/ 0 w 2808312"/>
              <a:gd name="connsiteY3" fmla="*/ 276999 h 276999"/>
              <a:gd name="connsiteX4" fmla="*/ 0 w 2808312"/>
              <a:gd name="connsiteY4" fmla="*/ 0 h 276999"/>
              <a:gd name="connsiteX0" fmla="*/ 0 w 2932137"/>
              <a:gd name="connsiteY0" fmla="*/ 0 h 276999"/>
              <a:gd name="connsiteX1" fmla="*/ 2932137 w 2932137"/>
              <a:gd name="connsiteY1" fmla="*/ 0 h 276999"/>
              <a:gd name="connsiteX2" fmla="*/ 2808312 w 2932137"/>
              <a:gd name="connsiteY2" fmla="*/ 276999 h 276999"/>
              <a:gd name="connsiteX3" fmla="*/ 0 w 2932137"/>
              <a:gd name="connsiteY3" fmla="*/ 276999 h 276999"/>
              <a:gd name="connsiteX4" fmla="*/ 0 w 2932137"/>
              <a:gd name="connsiteY4" fmla="*/ 0 h 276999"/>
              <a:gd name="connsiteX0" fmla="*/ 0 w 2932137"/>
              <a:gd name="connsiteY0" fmla="*/ 0 h 276999"/>
              <a:gd name="connsiteX1" fmla="*/ 2932137 w 2932137"/>
              <a:gd name="connsiteY1" fmla="*/ 0 h 276999"/>
              <a:gd name="connsiteX2" fmla="*/ 2836887 w 2932137"/>
              <a:gd name="connsiteY2" fmla="*/ 267474 h 276999"/>
              <a:gd name="connsiteX3" fmla="*/ 0 w 2932137"/>
              <a:gd name="connsiteY3" fmla="*/ 276999 h 276999"/>
              <a:gd name="connsiteX4" fmla="*/ 0 w 2932137"/>
              <a:gd name="connsiteY4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2137" h="276999">
                <a:moveTo>
                  <a:pt x="0" y="0"/>
                </a:moveTo>
                <a:lnTo>
                  <a:pt x="2932137" y="0"/>
                </a:lnTo>
                <a:lnTo>
                  <a:pt x="2836887" y="267474"/>
                </a:lnTo>
                <a:lnTo>
                  <a:pt x="0" y="276999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pPr algn="ctr" fontAlgn="base"/>
            <a:endParaRPr lang="en-US" altLang="ko-KR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902896" y="44625"/>
            <a:ext cx="2133600" cy="276999"/>
          </a:xfrm>
        </p:spPr>
        <p:txBody>
          <a:bodyPr/>
          <a:lstStyle/>
          <a:p>
            <a:fld id="{7E23D7BD-FB9F-41C4-981D-B7DD3B52EA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959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기본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 userDrawn="1"/>
        </p:nvSpPr>
        <p:spPr>
          <a:xfrm>
            <a:off x="107504" y="321624"/>
            <a:ext cx="8928992" cy="641974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26"/>
          <p:cNvSpPr/>
          <p:nvPr userDrawn="1"/>
        </p:nvSpPr>
        <p:spPr>
          <a:xfrm>
            <a:off x="48244" y="55657"/>
            <a:ext cx="3371628" cy="276999"/>
          </a:xfrm>
          <a:custGeom>
            <a:avLst/>
            <a:gdLst>
              <a:gd name="connsiteX0" fmla="*/ 0 w 2808312"/>
              <a:gd name="connsiteY0" fmla="*/ 0 h 276999"/>
              <a:gd name="connsiteX1" fmla="*/ 2808312 w 2808312"/>
              <a:gd name="connsiteY1" fmla="*/ 0 h 276999"/>
              <a:gd name="connsiteX2" fmla="*/ 2808312 w 2808312"/>
              <a:gd name="connsiteY2" fmla="*/ 276999 h 276999"/>
              <a:gd name="connsiteX3" fmla="*/ 0 w 2808312"/>
              <a:gd name="connsiteY3" fmla="*/ 276999 h 276999"/>
              <a:gd name="connsiteX4" fmla="*/ 0 w 2808312"/>
              <a:gd name="connsiteY4" fmla="*/ 0 h 276999"/>
              <a:gd name="connsiteX0" fmla="*/ 0 w 2932137"/>
              <a:gd name="connsiteY0" fmla="*/ 0 h 276999"/>
              <a:gd name="connsiteX1" fmla="*/ 2932137 w 2932137"/>
              <a:gd name="connsiteY1" fmla="*/ 0 h 276999"/>
              <a:gd name="connsiteX2" fmla="*/ 2808312 w 2932137"/>
              <a:gd name="connsiteY2" fmla="*/ 276999 h 276999"/>
              <a:gd name="connsiteX3" fmla="*/ 0 w 2932137"/>
              <a:gd name="connsiteY3" fmla="*/ 276999 h 276999"/>
              <a:gd name="connsiteX4" fmla="*/ 0 w 2932137"/>
              <a:gd name="connsiteY4" fmla="*/ 0 h 276999"/>
              <a:gd name="connsiteX0" fmla="*/ 0 w 2932137"/>
              <a:gd name="connsiteY0" fmla="*/ 0 h 276999"/>
              <a:gd name="connsiteX1" fmla="*/ 2932137 w 2932137"/>
              <a:gd name="connsiteY1" fmla="*/ 0 h 276999"/>
              <a:gd name="connsiteX2" fmla="*/ 2836887 w 2932137"/>
              <a:gd name="connsiteY2" fmla="*/ 267474 h 276999"/>
              <a:gd name="connsiteX3" fmla="*/ 0 w 2932137"/>
              <a:gd name="connsiteY3" fmla="*/ 276999 h 276999"/>
              <a:gd name="connsiteX4" fmla="*/ 0 w 2932137"/>
              <a:gd name="connsiteY4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2137" h="276999">
                <a:moveTo>
                  <a:pt x="0" y="0"/>
                </a:moveTo>
                <a:lnTo>
                  <a:pt x="2932137" y="0"/>
                </a:lnTo>
                <a:lnTo>
                  <a:pt x="2836887" y="267474"/>
                </a:lnTo>
                <a:lnTo>
                  <a:pt x="0" y="276999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pPr algn="ctr" fontAlgn="base"/>
            <a:endParaRPr lang="en-US" altLang="ko-KR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902896" y="44625"/>
            <a:ext cx="2133600" cy="276999"/>
          </a:xfrm>
        </p:spPr>
        <p:txBody>
          <a:bodyPr/>
          <a:lstStyle/>
          <a:p>
            <a:fld id="{7E23D7BD-FB9F-41C4-981D-B7DD3B52EA7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46" name="직선 연결선 45"/>
          <p:cNvCxnSpPr/>
          <p:nvPr userDrawn="1"/>
        </p:nvCxnSpPr>
        <p:spPr>
          <a:xfrm>
            <a:off x="6588224" y="332656"/>
            <a:ext cx="0" cy="640871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E9C48-693F-4009-87D0-F4670DD24D06}" type="datetimeFigureOut">
              <a:rPr lang="ko-KR" altLang="en-US" smtClean="0"/>
              <a:pPr/>
              <a:t>2017-04-29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3D7BD-FB9F-41C4-981D-B7DD3B52EA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49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61471" y="6143644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2017.04.15</a:t>
            </a:r>
            <a:endParaRPr lang="ko-KR" alt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7020272" y="6082089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한넷데이타시스템</a:t>
            </a:r>
            <a:endParaRPr lang="ko-KR" altLang="en-US" dirty="0"/>
          </a:p>
        </p:txBody>
      </p:sp>
      <p:graphicFrame>
        <p:nvGraphicFramePr>
          <p:cNvPr id="7" name="차트 6"/>
          <p:cNvGraphicFramePr/>
          <p:nvPr>
            <p:extLst>
              <p:ext uri="{D42A27DB-BD31-4B8C-83A1-F6EECF244321}">
                <p14:modId xmlns:p14="http://schemas.microsoft.com/office/powerpoint/2010/main" val="2046102781"/>
              </p:ext>
            </p:extLst>
          </p:nvPr>
        </p:nvGraphicFramePr>
        <p:xfrm>
          <a:off x="1928794" y="1136120"/>
          <a:ext cx="5286412" cy="4110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직사각형 7"/>
          <p:cNvSpPr/>
          <p:nvPr/>
        </p:nvSpPr>
        <p:spPr>
          <a:xfrm>
            <a:off x="3415786" y="2857496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HY헤드라인M" panose="02030600000101010101" pitchFamily="18" charset="-127"/>
              </a:rPr>
              <a:t>관리자페이지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4" y="6628102"/>
            <a:ext cx="9143546" cy="2298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사이트맵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2" name="다이어그램 1"/>
          <p:cNvGraphicFramePr/>
          <p:nvPr>
            <p:extLst>
              <p:ext uri="{D42A27DB-BD31-4B8C-83A1-F6EECF244321}">
                <p14:modId xmlns:p14="http://schemas.microsoft.com/office/powerpoint/2010/main" val="104772856"/>
              </p:ext>
            </p:extLst>
          </p:nvPr>
        </p:nvGraphicFramePr>
        <p:xfrm>
          <a:off x="323528" y="692696"/>
          <a:ext cx="8352928" cy="5616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GNB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79" y="764704"/>
            <a:ext cx="8636679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/>
          <p:cNvSpPr/>
          <p:nvPr/>
        </p:nvSpPr>
        <p:spPr>
          <a:xfrm>
            <a:off x="1619672" y="1124744"/>
            <a:ext cx="7200800" cy="46805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BODY</a:t>
            </a:r>
            <a:endParaRPr lang="ko-KR" altLang="en-US" dirty="0"/>
          </a:p>
        </p:txBody>
      </p:sp>
      <p:sp>
        <p:nvSpPr>
          <p:cNvPr id="64" name="직사각형 63"/>
          <p:cNvSpPr/>
          <p:nvPr/>
        </p:nvSpPr>
        <p:spPr>
          <a:xfrm>
            <a:off x="7092280" y="764704"/>
            <a:ext cx="1728192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로그아웃</a:t>
            </a:r>
            <a:endParaRPr lang="ko-KR" altLang="en-US" dirty="0"/>
          </a:p>
        </p:txBody>
      </p:sp>
      <p:sp>
        <p:nvSpPr>
          <p:cNvPr id="67" name="직사각형 66"/>
          <p:cNvSpPr/>
          <p:nvPr/>
        </p:nvSpPr>
        <p:spPr>
          <a:xfrm>
            <a:off x="234179" y="771011"/>
            <a:ext cx="1385493" cy="353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로</a:t>
            </a:r>
            <a:r>
              <a:rPr lang="ko-KR" altLang="en-US" dirty="0"/>
              <a:t>고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234179" y="1124744"/>
            <a:ext cx="1385493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이미지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082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3"/>
          <p:cNvSpPr>
            <a:spLocks noChangeArrowheads="1"/>
          </p:cNvSpPr>
          <p:nvPr/>
        </p:nvSpPr>
        <p:spPr bwMode="auto">
          <a:xfrm>
            <a:off x="2402515" y="1637394"/>
            <a:ext cx="1295400" cy="144463"/>
          </a:xfrm>
          <a:prstGeom prst="rect">
            <a:avLst/>
          </a:prstGeom>
          <a:solidFill>
            <a:schemeClr val="bg1"/>
          </a:solidFill>
          <a:ln w="1270" algn="ctr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7411" name="Rectangle 44"/>
          <p:cNvSpPr>
            <a:spLocks noChangeArrowheads="1"/>
          </p:cNvSpPr>
          <p:nvPr/>
        </p:nvSpPr>
        <p:spPr bwMode="auto">
          <a:xfrm>
            <a:off x="2402515" y="1816782"/>
            <a:ext cx="1295400" cy="144462"/>
          </a:xfrm>
          <a:prstGeom prst="rect">
            <a:avLst/>
          </a:prstGeom>
          <a:solidFill>
            <a:schemeClr val="bg1"/>
          </a:solidFill>
          <a:ln w="1270" algn="ctr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7412" name="AutoShape 45"/>
          <p:cNvSpPr>
            <a:spLocks noChangeArrowheads="1"/>
          </p:cNvSpPr>
          <p:nvPr/>
        </p:nvSpPr>
        <p:spPr bwMode="auto">
          <a:xfrm>
            <a:off x="3805865" y="1637394"/>
            <a:ext cx="609600" cy="323850"/>
          </a:xfrm>
          <a:prstGeom prst="roundRect">
            <a:avLst>
              <a:gd name="adj" fmla="val 16667"/>
            </a:avLst>
          </a:prstGeom>
          <a:solidFill>
            <a:srgbClr val="FFFFDD"/>
          </a:solidFill>
          <a:ln w="1270">
            <a:solidFill>
              <a:srgbClr val="C0C0C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sz="700" b="1">
                <a:solidFill>
                  <a:srgbClr val="4D4D4D"/>
                </a:solidFill>
                <a:latin typeface="돋움" pitchFamily="50" charset="-127"/>
                <a:ea typeface="돋움" pitchFamily="50" charset="-127"/>
              </a:rPr>
              <a:t>로그인</a:t>
            </a:r>
          </a:p>
        </p:txBody>
      </p:sp>
      <p:sp>
        <p:nvSpPr>
          <p:cNvPr id="17413" name="Text Box 46"/>
          <p:cNvSpPr txBox="1">
            <a:spLocks noChangeArrowheads="1"/>
          </p:cNvSpPr>
          <p:nvPr/>
        </p:nvSpPr>
        <p:spPr bwMode="auto">
          <a:xfrm>
            <a:off x="1826253" y="1619932"/>
            <a:ext cx="6540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buFontTx/>
              <a:buChar char="•"/>
            </a:pPr>
            <a:r>
              <a:rPr lang="ko-KR" altLang="en-US" sz="700">
                <a:latin typeface="돋움" pitchFamily="50" charset="-127"/>
                <a:ea typeface="돋움" pitchFamily="50" charset="-127"/>
              </a:rPr>
              <a:t> 아이디</a:t>
            </a:r>
          </a:p>
          <a:p>
            <a:pPr algn="l" eaLnBrk="1" hangingPunct="1">
              <a:buFontTx/>
              <a:buChar char="•"/>
            </a:pPr>
            <a:r>
              <a:rPr lang="ko-KR" altLang="en-US" sz="700">
                <a:latin typeface="돋움" pitchFamily="50" charset="-127"/>
                <a:ea typeface="돋움" pitchFamily="50" charset="-127"/>
              </a:rPr>
              <a:t> 비밀번호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 </a:t>
            </a:r>
          </a:p>
        </p:txBody>
      </p:sp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778488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최초 로그인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 화면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245787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" name="Oval 350"/>
          <p:cNvSpPr>
            <a:spLocks noChangeArrowheads="1"/>
          </p:cNvSpPr>
          <p:nvPr/>
        </p:nvSpPr>
        <p:spPr bwMode="auto">
          <a:xfrm>
            <a:off x="2258400" y="1538349"/>
            <a:ext cx="179387" cy="179387"/>
          </a:xfrm>
          <a:prstGeom prst="ellipse">
            <a:avLst/>
          </a:prstGeom>
          <a:solidFill>
            <a:srgbClr val="FF0066"/>
          </a:solidFill>
          <a:ln w="1270" algn="ctr">
            <a:solidFill>
              <a:srgbClr val="C0C0C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000" b="1" dirty="0" smtClean="0">
                <a:solidFill>
                  <a:schemeClr val="bg1"/>
                </a:solidFill>
                <a:latin typeface="Tahoma" pitchFamily="34" charset="0"/>
                <a:ea typeface="돋움" pitchFamily="50" charset="-127"/>
              </a:rPr>
              <a:t>1</a:t>
            </a:r>
            <a:endParaRPr lang="en-US" altLang="ko-KR" sz="1000" b="1" dirty="0">
              <a:solidFill>
                <a:schemeClr val="bg1"/>
              </a:solidFill>
              <a:latin typeface="Tahoma" pitchFamily="34" charset="0"/>
              <a:ea typeface="돋움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공통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</a:t>
            </a:r>
            <a:r>
              <a:rPr lang="ko-KR" altLang="en-US" sz="1200" kern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로그인 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차트 6"/>
          <p:cNvGraphicFramePr/>
          <p:nvPr>
            <p:extLst>
              <p:ext uri="{D42A27DB-BD31-4B8C-83A1-F6EECF244321}">
                <p14:modId xmlns:p14="http://schemas.microsoft.com/office/powerpoint/2010/main" val="4024307619"/>
              </p:ext>
            </p:extLst>
          </p:nvPr>
        </p:nvGraphicFramePr>
        <p:xfrm>
          <a:off x="1928794" y="1136120"/>
          <a:ext cx="5286412" cy="4110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직사각형 7"/>
          <p:cNvSpPr/>
          <p:nvPr/>
        </p:nvSpPr>
        <p:spPr>
          <a:xfrm>
            <a:off x="3595322" y="2857496"/>
            <a:ext cx="19800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HY헤드라인M" panose="02030600000101010101" pitchFamily="18" charset="-127"/>
              </a:rPr>
              <a:t>컨텐츠관리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4" y="6628102"/>
            <a:ext cx="9143546" cy="2298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696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817658"/>
              </p:ext>
            </p:extLst>
          </p:nvPr>
        </p:nvGraphicFramePr>
        <p:xfrm>
          <a:off x="6660232" y="404664"/>
          <a:ext cx="2304256" cy="3727732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전체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err="1" smtClean="0"/>
                        <a:t>메인배너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err="1" smtClean="0"/>
                        <a:t>메인광고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smtClean="0"/>
                        <a:t>서브배너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목록 클릭 시 하단 상세 보기 수정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클릭 시 하단 새로 등록 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각 배너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종류마다 권장 사이즈를 다르게 표시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325834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이미지매직을 써야 하지 않을까 함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컨텐츠관</a:t>
            </a:r>
            <a:r>
              <a:rPr lang="ko-KR" altLang="en-US" sz="1200" kern="0" dirty="0" err="1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리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배너관리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49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016401"/>
              </p:ext>
            </p:extLst>
          </p:nvPr>
        </p:nvGraphicFramePr>
        <p:xfrm>
          <a:off x="378977" y="1340768"/>
          <a:ext cx="6141076" cy="959209"/>
        </p:xfrm>
        <a:graphic>
          <a:graphicData uri="http://schemas.openxmlformats.org/drawingml/2006/table">
            <a:tbl>
              <a:tblPr/>
              <a:tblGrid>
                <a:gridCol w="467207"/>
                <a:gridCol w="943378"/>
                <a:gridCol w="943378"/>
                <a:gridCol w="2227513"/>
                <a:gridCol w="779800"/>
                <a:gridCol w="779800"/>
              </a:tblGrid>
              <a:tr h="2418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번호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구분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제목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링크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등록일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사용여부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메인배너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메인화면에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 쓰는 배너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http://www.naver.com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2013.10.10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사용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메인광고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3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337434" y="548680"/>
            <a:ext cx="6182618" cy="666451"/>
            <a:chOff x="337434" y="890341"/>
            <a:chExt cx="6182618" cy="666451"/>
          </a:xfrm>
        </p:grpSpPr>
        <p:sp>
          <p:nvSpPr>
            <p:cNvPr id="34" name="직사각형 33"/>
            <p:cNvSpPr/>
            <p:nvPr/>
          </p:nvSpPr>
          <p:spPr>
            <a:xfrm>
              <a:off x="337434" y="908720"/>
              <a:ext cx="6182618" cy="6480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337434" y="890341"/>
              <a:ext cx="6174968" cy="561281"/>
              <a:chOff x="260086" y="5618711"/>
              <a:chExt cx="7388860" cy="561281"/>
            </a:xfrm>
          </p:grpSpPr>
          <p:cxnSp>
            <p:nvCxnSpPr>
              <p:cNvPr id="36" name="직선 연결선 35"/>
              <p:cNvCxnSpPr/>
              <p:nvPr/>
            </p:nvCxnSpPr>
            <p:spPr>
              <a:xfrm>
                <a:off x="260086" y="5618711"/>
                <a:ext cx="738886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직사각형 42"/>
              <p:cNvSpPr/>
              <p:nvPr/>
            </p:nvSpPr>
            <p:spPr>
              <a:xfrm>
                <a:off x="415758" y="5736885"/>
                <a:ext cx="1387641" cy="188237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 smtClean="0"/>
                  <a:t>구</a:t>
                </a:r>
                <a:r>
                  <a:rPr lang="ko-KR" altLang="en-US" sz="1050" b="1" dirty="0"/>
                  <a:t>분</a:t>
                </a:r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1844270" y="5727360"/>
                <a:ext cx="1933980" cy="1882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smtClean="0">
                    <a:solidFill>
                      <a:schemeClr val="tx1"/>
                    </a:solidFill>
                  </a:rPr>
                  <a:t>전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체</a:t>
                </a: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409575" y="5991756"/>
                <a:ext cx="1393824" cy="18823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/>
                  <a:t>등록일</a:t>
                </a:r>
              </a:p>
            </p:txBody>
          </p:sp>
          <p:sp>
            <p:nvSpPr>
              <p:cNvPr id="47" name="이등변 삼각형 46"/>
              <p:cNvSpPr/>
              <p:nvPr/>
            </p:nvSpPr>
            <p:spPr>
              <a:xfrm rot="10800000">
                <a:off x="3565727" y="5781106"/>
                <a:ext cx="133348" cy="95252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12" y="2364226"/>
            <a:ext cx="4039772" cy="272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사각형: 둥근 모서리 73"/>
          <p:cNvSpPr/>
          <p:nvPr/>
        </p:nvSpPr>
        <p:spPr>
          <a:xfrm>
            <a:off x="387485" y="3284984"/>
            <a:ext cx="5984715" cy="2448272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1691680" y="3604194"/>
            <a:ext cx="1779827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58" name="직사각형 57"/>
          <p:cNvSpPr/>
          <p:nvPr/>
        </p:nvSpPr>
        <p:spPr>
          <a:xfrm>
            <a:off x="459759" y="3601594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구분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691680" y="3845494"/>
            <a:ext cx="4553756" cy="1856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62" name="직사각형 61"/>
          <p:cNvSpPr/>
          <p:nvPr/>
        </p:nvSpPr>
        <p:spPr>
          <a:xfrm>
            <a:off x="459759" y="3842894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제목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4744945" y="3622680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사용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/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미사</a:t>
            </a:r>
            <a:r>
              <a:rPr lang="ko-KR" altLang="en-US" sz="1200" b="1" dirty="0">
                <a:solidFill>
                  <a:schemeClr val="tx1"/>
                </a:solidFill>
              </a:rPr>
              <a:t>용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3507247" y="3620080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사용여부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1691680" y="4076404"/>
            <a:ext cx="4553755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66" name="직사각형 65"/>
          <p:cNvSpPr/>
          <p:nvPr/>
        </p:nvSpPr>
        <p:spPr>
          <a:xfrm>
            <a:off x="459759" y="4073804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링크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95536" y="3023374"/>
            <a:ext cx="815598" cy="261610"/>
            <a:chOff x="395536" y="3023374"/>
            <a:chExt cx="815598" cy="261610"/>
          </a:xfrm>
        </p:grpSpPr>
        <p:sp>
          <p:nvSpPr>
            <p:cNvPr id="67" name="직사각형 66"/>
            <p:cNvSpPr/>
            <p:nvPr/>
          </p:nvSpPr>
          <p:spPr>
            <a:xfrm>
              <a:off x="395536" y="3083852"/>
              <a:ext cx="47625" cy="17383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62211" y="3023374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 smtClean="0">
                  <a:solidFill>
                    <a:schemeClr val="accent1">
                      <a:lumMod val="75000"/>
                    </a:schemeClr>
                  </a:solidFill>
                </a:rPr>
                <a:t>배너정보</a:t>
              </a:r>
              <a:endParaRPr lang="ko-KR" altLang="en-US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72" name="직사각형 71"/>
          <p:cNvSpPr/>
          <p:nvPr/>
        </p:nvSpPr>
        <p:spPr>
          <a:xfrm>
            <a:off x="472710" y="3356992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등록일자</a:t>
            </a:r>
            <a:endParaRPr lang="ko-KR" altLang="en-US" sz="1050" b="1" dirty="0"/>
          </a:p>
        </p:txBody>
      </p:sp>
      <p:sp>
        <p:nvSpPr>
          <p:cNvPr id="73" name="직사각형 72"/>
          <p:cNvSpPr/>
          <p:nvPr/>
        </p:nvSpPr>
        <p:spPr>
          <a:xfrm>
            <a:off x="1691681" y="3356992"/>
            <a:ext cx="1779826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74" name="직사각형 73"/>
          <p:cNvSpPr/>
          <p:nvPr/>
        </p:nvSpPr>
        <p:spPr>
          <a:xfrm>
            <a:off x="3507246" y="3356992"/>
            <a:ext cx="1208769" cy="1792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등록자</a:t>
            </a:r>
            <a:endParaRPr lang="ko-KR" altLang="en-US" sz="1050" b="1" dirty="0"/>
          </a:p>
        </p:txBody>
      </p:sp>
      <p:sp>
        <p:nvSpPr>
          <p:cNvPr id="75" name="직사각형 74"/>
          <p:cNvSpPr/>
          <p:nvPr/>
        </p:nvSpPr>
        <p:spPr>
          <a:xfrm>
            <a:off x="4750152" y="3356992"/>
            <a:ext cx="1495283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76" name="사각형: 둥근 모서리 100"/>
          <p:cNvSpPr/>
          <p:nvPr/>
        </p:nvSpPr>
        <p:spPr>
          <a:xfrm>
            <a:off x="5706839" y="2380051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신규등록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78" name="사각형: 둥근 모서리 100"/>
          <p:cNvSpPr/>
          <p:nvPr/>
        </p:nvSpPr>
        <p:spPr>
          <a:xfrm>
            <a:off x="5558987" y="5800493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수정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79" name="사각형: 둥근 모서리 100"/>
          <p:cNvSpPr/>
          <p:nvPr/>
        </p:nvSpPr>
        <p:spPr>
          <a:xfrm>
            <a:off x="4681977" y="5820912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삭제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pic>
        <p:nvPicPr>
          <p:cNvPr id="8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4" t="74900"/>
          <a:stretch/>
        </p:blipFill>
        <p:spPr bwMode="auto">
          <a:xfrm>
            <a:off x="1700900" y="4295606"/>
            <a:ext cx="4544536" cy="260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이등변 삼각형 82"/>
          <p:cNvSpPr/>
          <p:nvPr/>
        </p:nvSpPr>
        <p:spPr>
          <a:xfrm rot="10800000">
            <a:off x="6113445" y="3669172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이등변 삼각형 83"/>
          <p:cNvSpPr/>
          <p:nvPr/>
        </p:nvSpPr>
        <p:spPr>
          <a:xfrm rot="10800000">
            <a:off x="3324121" y="3650686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/>
          <p:cNvSpPr/>
          <p:nvPr/>
        </p:nvSpPr>
        <p:spPr>
          <a:xfrm>
            <a:off x="452589" y="4320322"/>
            <a:ext cx="1208769" cy="1324693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배너이미지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700902" y="5140959"/>
            <a:ext cx="454453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사진</a:t>
            </a:r>
            <a:endParaRPr lang="ko-KR" altLang="en-US" dirty="0"/>
          </a:p>
        </p:txBody>
      </p:sp>
      <p:sp>
        <p:nvSpPr>
          <p:cNvPr id="48" name="타원 47"/>
          <p:cNvSpPr/>
          <p:nvPr/>
        </p:nvSpPr>
        <p:spPr>
          <a:xfrm>
            <a:off x="3338690" y="519180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50" name="타원 49"/>
          <p:cNvSpPr/>
          <p:nvPr/>
        </p:nvSpPr>
        <p:spPr>
          <a:xfrm>
            <a:off x="2990319" y="1844824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52" name="타원 51"/>
          <p:cNvSpPr/>
          <p:nvPr/>
        </p:nvSpPr>
        <p:spPr>
          <a:xfrm>
            <a:off x="5343151" y="2302722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53" name="타원 52"/>
          <p:cNvSpPr/>
          <p:nvPr/>
        </p:nvSpPr>
        <p:spPr>
          <a:xfrm>
            <a:off x="4809889" y="4785926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700901" y="4556184"/>
            <a:ext cx="45239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charset="0"/>
              <a:buChar char="•"/>
            </a:pPr>
            <a:r>
              <a:rPr lang="ko-KR" altLang="en-US" sz="800" dirty="0" smtClean="0"/>
              <a:t>권장기준 이미지 최소 사이즈 </a:t>
            </a:r>
            <a:r>
              <a:rPr lang="en-US" altLang="ko-KR" sz="800" dirty="0" smtClean="0"/>
              <a:t>– </a:t>
            </a:r>
            <a:r>
              <a:rPr lang="ko-KR" altLang="en-US" sz="800" dirty="0" smtClean="0"/>
              <a:t>가로 </a:t>
            </a:r>
            <a:r>
              <a:rPr lang="en-US" altLang="ko-KR" sz="800" dirty="0" smtClean="0"/>
              <a:t>600 X </a:t>
            </a:r>
            <a:r>
              <a:rPr lang="ko-KR" altLang="en-US" sz="800" dirty="0" smtClean="0"/>
              <a:t>세로 </a:t>
            </a:r>
            <a:r>
              <a:rPr lang="en-US" altLang="ko-KR" sz="800" dirty="0" smtClean="0"/>
              <a:t>200  ( </a:t>
            </a:r>
            <a:r>
              <a:rPr lang="ko-KR" altLang="en-US" sz="800" dirty="0" smtClean="0"/>
              <a:t>가로 세로 비율을 맞춰서 등록하셔야 합니다 </a:t>
            </a:r>
            <a:r>
              <a:rPr lang="en-US" altLang="ko-KR" sz="800" dirty="0" smtClean="0"/>
              <a:t>)</a:t>
            </a:r>
          </a:p>
          <a:p>
            <a:pPr marL="171450" indent="-171450">
              <a:buFont typeface="Arial" charset="0"/>
              <a:buChar char="•"/>
            </a:pPr>
            <a:r>
              <a:rPr lang="ko-KR" altLang="en-US" sz="800" dirty="0" smtClean="0"/>
              <a:t>파일 </a:t>
            </a:r>
            <a:r>
              <a:rPr lang="ko-KR" altLang="en-US" sz="800" dirty="0" err="1" smtClean="0"/>
              <a:t>확장자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– PNG, BMP, JPG, GIF</a:t>
            </a:r>
          </a:p>
          <a:p>
            <a:pPr marL="171450" indent="-171450">
              <a:buFont typeface="Arial" charset="0"/>
              <a:buChar char="•"/>
            </a:pPr>
            <a:r>
              <a:rPr lang="ko-KR" altLang="en-US" sz="800" dirty="0" smtClean="0"/>
              <a:t>용량제한 </a:t>
            </a:r>
            <a:r>
              <a:rPr lang="en-US" altLang="ko-KR" sz="800" dirty="0" smtClean="0"/>
              <a:t>– 1MB </a:t>
            </a:r>
            <a:r>
              <a:rPr lang="ko-KR" altLang="en-US" sz="800" dirty="0" smtClean="0"/>
              <a:t>까지</a:t>
            </a:r>
            <a:r>
              <a:rPr lang="en-US" altLang="ko-KR" sz="800" dirty="0" smtClean="0"/>
              <a:t> </a:t>
            </a:r>
            <a:endParaRPr lang="ko-KR" altLang="en-US" sz="800" dirty="0"/>
          </a:p>
        </p:txBody>
      </p:sp>
      <p:pic>
        <p:nvPicPr>
          <p:cNvPr id="5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318" y="899713"/>
            <a:ext cx="2280860" cy="210248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173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817802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전체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smtClean="0"/>
                        <a:t>홈페이지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smtClean="0"/>
                        <a:t>온라인교육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게시크기</a:t>
                      </a:r>
                      <a:r>
                        <a:rPr lang="en-US" altLang="ko-KR" sz="1000" baseline="0" dirty="0" smtClean="0"/>
                        <a:t>( </a:t>
                      </a:r>
                      <a:r>
                        <a:rPr lang="ko-KR" altLang="en-US" sz="1000" baseline="0" dirty="0" smtClean="0"/>
                        <a:t>가로 </a:t>
                      </a:r>
                      <a:r>
                        <a:rPr lang="en-US" altLang="ko-KR" sz="1000" baseline="0" dirty="0" smtClean="0"/>
                        <a:t>* </a:t>
                      </a:r>
                      <a:r>
                        <a:rPr lang="ko-KR" altLang="en-US" sz="1000" baseline="0" dirty="0" smtClean="0"/>
                        <a:t>세로 </a:t>
                      </a:r>
                      <a:r>
                        <a:rPr lang="en-US" altLang="ko-KR" sz="1000" baseline="0" dirty="0" smtClean="0"/>
                        <a:t>)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이미지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컨텐츠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팝업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레이어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구성방법이 이미지인 경우 필수 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구성방법이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컨텐츠인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경우 필수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89347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컨텐츠관</a:t>
            </a:r>
            <a:r>
              <a:rPr lang="ko-KR" altLang="en-US" sz="1200" kern="0" dirty="0" err="1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리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팝업관리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49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069412"/>
              </p:ext>
            </p:extLst>
          </p:nvPr>
        </p:nvGraphicFramePr>
        <p:xfrm>
          <a:off x="378977" y="1340768"/>
          <a:ext cx="6141081" cy="959209"/>
        </p:xfrm>
        <a:graphic>
          <a:graphicData uri="http://schemas.openxmlformats.org/drawingml/2006/table">
            <a:tbl>
              <a:tblPr/>
              <a:tblGrid>
                <a:gridCol w="299263"/>
                <a:gridCol w="604266"/>
                <a:gridCol w="604266"/>
                <a:gridCol w="604266"/>
                <a:gridCol w="604266"/>
                <a:gridCol w="1426798"/>
                <a:gridCol w="499489"/>
                <a:gridCol w="499489"/>
                <a:gridCol w="499489"/>
                <a:gridCol w="499489"/>
              </a:tblGrid>
              <a:tr h="2418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번호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구분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구성방법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게시형태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제목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링크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등록일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사용여부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게시시작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게시종료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홈페이지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이미지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팝업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메인화면에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 쓰는 배너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http://www.naver.com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2013.10.10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사용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2017-01-01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2017-05-05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온라인교육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컨텐츠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레이어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3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337434" y="548680"/>
            <a:ext cx="6182618" cy="666451"/>
            <a:chOff x="337434" y="890341"/>
            <a:chExt cx="6182618" cy="666451"/>
          </a:xfrm>
        </p:grpSpPr>
        <p:sp>
          <p:nvSpPr>
            <p:cNvPr id="34" name="직사각형 33"/>
            <p:cNvSpPr/>
            <p:nvPr/>
          </p:nvSpPr>
          <p:spPr>
            <a:xfrm>
              <a:off x="337434" y="908720"/>
              <a:ext cx="6182618" cy="6480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337434" y="890341"/>
              <a:ext cx="6174968" cy="561281"/>
              <a:chOff x="260086" y="5618711"/>
              <a:chExt cx="7388860" cy="561281"/>
            </a:xfrm>
          </p:grpSpPr>
          <p:cxnSp>
            <p:nvCxnSpPr>
              <p:cNvPr id="36" name="직선 연결선 35"/>
              <p:cNvCxnSpPr/>
              <p:nvPr/>
            </p:nvCxnSpPr>
            <p:spPr>
              <a:xfrm>
                <a:off x="260086" y="5618711"/>
                <a:ext cx="738886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직사각형 42"/>
              <p:cNvSpPr/>
              <p:nvPr/>
            </p:nvSpPr>
            <p:spPr>
              <a:xfrm>
                <a:off x="415758" y="5736885"/>
                <a:ext cx="1387641" cy="188237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 smtClean="0"/>
                  <a:t>구</a:t>
                </a:r>
                <a:r>
                  <a:rPr lang="ko-KR" altLang="en-US" sz="1050" b="1" dirty="0"/>
                  <a:t>분</a:t>
                </a:r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1844270" y="5727360"/>
                <a:ext cx="1933980" cy="1882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smtClean="0">
                    <a:solidFill>
                      <a:schemeClr val="tx1"/>
                    </a:solidFill>
                  </a:rPr>
                  <a:t>전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체</a:t>
                </a: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409575" y="5991756"/>
                <a:ext cx="1393824" cy="18823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/>
                  <a:t>등록일</a:t>
                </a:r>
              </a:p>
            </p:txBody>
          </p:sp>
          <p:sp>
            <p:nvSpPr>
              <p:cNvPr id="47" name="이등변 삼각형 46"/>
              <p:cNvSpPr/>
              <p:nvPr/>
            </p:nvSpPr>
            <p:spPr>
              <a:xfrm rot="10800000">
                <a:off x="3565727" y="5781106"/>
                <a:ext cx="133348" cy="95252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12" y="2364226"/>
            <a:ext cx="4039772" cy="272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" name="사각형: 둥근 모서리 100"/>
          <p:cNvSpPr/>
          <p:nvPr/>
        </p:nvSpPr>
        <p:spPr>
          <a:xfrm>
            <a:off x="5706839" y="2380051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신규등록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2" name="사각형: 둥근 모서리 73"/>
          <p:cNvSpPr/>
          <p:nvPr/>
        </p:nvSpPr>
        <p:spPr>
          <a:xfrm>
            <a:off x="387485" y="2898522"/>
            <a:ext cx="5984715" cy="3482806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1691680" y="3466417"/>
            <a:ext cx="1779827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50" name="직사각형 49"/>
          <p:cNvSpPr/>
          <p:nvPr/>
        </p:nvSpPr>
        <p:spPr>
          <a:xfrm>
            <a:off x="459759" y="3463817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구분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691680" y="3707717"/>
            <a:ext cx="4553756" cy="1856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53" name="직사각형 52"/>
          <p:cNvSpPr/>
          <p:nvPr/>
        </p:nvSpPr>
        <p:spPr>
          <a:xfrm>
            <a:off x="459759" y="3722603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제목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744945" y="3484903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사용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/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미사</a:t>
            </a:r>
            <a:r>
              <a:rPr lang="ko-KR" altLang="en-US" sz="1200" b="1" dirty="0">
                <a:solidFill>
                  <a:schemeClr val="tx1"/>
                </a:solidFill>
              </a:rPr>
              <a:t>용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3507247" y="3482303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사용여부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1691680" y="3982848"/>
            <a:ext cx="4553755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70" name="직사각형 69"/>
          <p:cNvSpPr/>
          <p:nvPr/>
        </p:nvSpPr>
        <p:spPr>
          <a:xfrm>
            <a:off x="459759" y="3982848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링크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395536" y="2636912"/>
            <a:ext cx="815598" cy="261610"/>
            <a:chOff x="395536" y="3023374"/>
            <a:chExt cx="815598" cy="261610"/>
          </a:xfrm>
        </p:grpSpPr>
        <p:sp>
          <p:nvSpPr>
            <p:cNvPr id="71" name="직사각형 70"/>
            <p:cNvSpPr/>
            <p:nvPr/>
          </p:nvSpPr>
          <p:spPr>
            <a:xfrm>
              <a:off x="395536" y="3083852"/>
              <a:ext cx="47625" cy="17383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62211" y="3023374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 smtClean="0">
                  <a:solidFill>
                    <a:schemeClr val="accent1">
                      <a:lumMod val="75000"/>
                    </a:schemeClr>
                  </a:solidFill>
                </a:rPr>
                <a:t>팝</a:t>
              </a:r>
              <a:r>
                <a:rPr lang="ko-KR" altLang="en-US" sz="1100" b="1" dirty="0">
                  <a:solidFill>
                    <a:schemeClr val="accent1">
                      <a:lumMod val="75000"/>
                    </a:schemeClr>
                  </a:solidFill>
                </a:rPr>
                <a:t>업</a:t>
              </a:r>
              <a:r>
                <a:rPr lang="ko-KR" altLang="en-US" sz="1100" b="1" dirty="0" smtClean="0">
                  <a:solidFill>
                    <a:schemeClr val="accent1">
                      <a:lumMod val="75000"/>
                    </a:schemeClr>
                  </a:solidFill>
                </a:rPr>
                <a:t>정보</a:t>
              </a:r>
              <a:endParaRPr lang="ko-KR" altLang="en-US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80" name="직사각형 79"/>
          <p:cNvSpPr/>
          <p:nvPr/>
        </p:nvSpPr>
        <p:spPr>
          <a:xfrm>
            <a:off x="467544" y="3011242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등록일자</a:t>
            </a:r>
            <a:endParaRPr lang="ko-KR" altLang="en-US" sz="1050" b="1" dirty="0"/>
          </a:p>
        </p:txBody>
      </p:sp>
      <p:sp>
        <p:nvSpPr>
          <p:cNvPr id="82" name="직사각형 81"/>
          <p:cNvSpPr/>
          <p:nvPr/>
        </p:nvSpPr>
        <p:spPr>
          <a:xfrm>
            <a:off x="1686515" y="3011242"/>
            <a:ext cx="1779826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6" name="직사각형 85"/>
          <p:cNvSpPr/>
          <p:nvPr/>
        </p:nvSpPr>
        <p:spPr>
          <a:xfrm>
            <a:off x="3502080" y="3011242"/>
            <a:ext cx="1208769" cy="1792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등록자</a:t>
            </a:r>
            <a:endParaRPr lang="ko-KR" altLang="en-US" sz="1050" b="1" dirty="0"/>
          </a:p>
        </p:txBody>
      </p:sp>
      <p:sp>
        <p:nvSpPr>
          <p:cNvPr id="87" name="직사각형 86"/>
          <p:cNvSpPr/>
          <p:nvPr/>
        </p:nvSpPr>
        <p:spPr>
          <a:xfrm>
            <a:off x="4744986" y="2996952"/>
            <a:ext cx="1495283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8" name="사각형: 둥근 모서리 100"/>
          <p:cNvSpPr/>
          <p:nvPr/>
        </p:nvSpPr>
        <p:spPr>
          <a:xfrm>
            <a:off x="5558987" y="6448565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수정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9" name="사각형: 둥근 모서리 100"/>
          <p:cNvSpPr/>
          <p:nvPr/>
        </p:nvSpPr>
        <p:spPr>
          <a:xfrm>
            <a:off x="4681977" y="6468984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삭제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91" name="이등변 삼각형 90"/>
          <p:cNvSpPr/>
          <p:nvPr/>
        </p:nvSpPr>
        <p:spPr>
          <a:xfrm rot="10800000">
            <a:off x="6113445" y="3531395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이등변 삼각형 91"/>
          <p:cNvSpPr/>
          <p:nvPr/>
        </p:nvSpPr>
        <p:spPr>
          <a:xfrm rot="10800000">
            <a:off x="3324121" y="3512909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타원 94"/>
          <p:cNvSpPr/>
          <p:nvPr/>
        </p:nvSpPr>
        <p:spPr>
          <a:xfrm>
            <a:off x="3296687" y="548680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96" name="직사각형 95"/>
          <p:cNvSpPr/>
          <p:nvPr/>
        </p:nvSpPr>
        <p:spPr>
          <a:xfrm>
            <a:off x="452588" y="3222058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게시기간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126" y="5373216"/>
            <a:ext cx="4561720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" name="직사각형 102"/>
          <p:cNvSpPr/>
          <p:nvPr/>
        </p:nvSpPr>
        <p:spPr>
          <a:xfrm>
            <a:off x="2210090" y="4198883"/>
            <a:ext cx="889912" cy="1908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104" name="직사각형 103"/>
          <p:cNvSpPr/>
          <p:nvPr/>
        </p:nvSpPr>
        <p:spPr>
          <a:xfrm>
            <a:off x="459759" y="4205573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게시크기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4744945" y="4457169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팝업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/</a:t>
            </a:r>
            <a:r>
              <a:rPr lang="ko-KR" altLang="en-US" sz="1200" b="1" dirty="0" err="1" smtClean="0">
                <a:solidFill>
                  <a:schemeClr val="tx1"/>
                </a:solidFill>
              </a:rPr>
              <a:t>레이어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3507247" y="4457169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게시형태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109" name="이등변 삼각형 108"/>
          <p:cNvSpPr/>
          <p:nvPr/>
        </p:nvSpPr>
        <p:spPr>
          <a:xfrm rot="10800000">
            <a:off x="6127231" y="4529068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/>
          <p:cNvSpPr/>
          <p:nvPr/>
        </p:nvSpPr>
        <p:spPr>
          <a:xfrm>
            <a:off x="3691520" y="4217609"/>
            <a:ext cx="777804" cy="19728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113" name="직사각형 112"/>
          <p:cNvSpPr/>
          <p:nvPr/>
        </p:nvSpPr>
        <p:spPr>
          <a:xfrm>
            <a:off x="1697456" y="4457170"/>
            <a:ext cx="1768885" cy="167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이미지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/</a:t>
            </a:r>
            <a:r>
              <a:rPr lang="ko-KR" altLang="en-US" sz="1200" b="1" dirty="0" err="1" smtClean="0">
                <a:solidFill>
                  <a:schemeClr val="tx1"/>
                </a:solidFill>
              </a:rPr>
              <a:t>컨텐츠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459758" y="4457170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구성방법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115" name="이등변 삼각형 114"/>
          <p:cNvSpPr/>
          <p:nvPr/>
        </p:nvSpPr>
        <p:spPr>
          <a:xfrm rot="10800000">
            <a:off x="3294830" y="4503662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타원 115"/>
          <p:cNvSpPr/>
          <p:nvPr/>
        </p:nvSpPr>
        <p:spPr>
          <a:xfrm>
            <a:off x="4478955" y="4092802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17" name="TextBox 116"/>
          <p:cNvSpPr txBox="1"/>
          <p:nvPr/>
        </p:nvSpPr>
        <p:spPr>
          <a:xfrm>
            <a:off x="1691680" y="4149145"/>
            <a:ext cx="663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가로 </a:t>
            </a:r>
            <a:r>
              <a:rPr lang="en-US" altLang="ko-KR" sz="1200" b="1" dirty="0" smtClean="0"/>
              <a:t>:</a:t>
            </a:r>
            <a:endParaRPr lang="ko-KR" altLang="en-US" sz="1200" b="1" dirty="0"/>
          </a:p>
        </p:txBody>
      </p:sp>
      <p:sp>
        <p:nvSpPr>
          <p:cNvPr id="118" name="TextBox 117"/>
          <p:cNvSpPr txBox="1"/>
          <p:nvPr/>
        </p:nvSpPr>
        <p:spPr>
          <a:xfrm>
            <a:off x="3093243" y="4171085"/>
            <a:ext cx="663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세로 </a:t>
            </a:r>
            <a:r>
              <a:rPr lang="en-US" altLang="ko-KR" sz="1200" b="1" dirty="0" smtClean="0"/>
              <a:t>:</a:t>
            </a:r>
            <a:endParaRPr lang="ko-KR" altLang="en-US" sz="1200" b="1" dirty="0"/>
          </a:p>
        </p:txBody>
      </p:sp>
      <p:pic>
        <p:nvPicPr>
          <p:cNvPr id="12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4" t="74900"/>
          <a:stretch/>
        </p:blipFill>
        <p:spPr bwMode="auto">
          <a:xfrm>
            <a:off x="1691680" y="4671149"/>
            <a:ext cx="4544536" cy="260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" name="직사각형 121"/>
          <p:cNvSpPr/>
          <p:nvPr/>
        </p:nvSpPr>
        <p:spPr>
          <a:xfrm>
            <a:off x="443369" y="4695865"/>
            <a:ext cx="1208769" cy="605343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배너이미지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124" name="타원 123"/>
          <p:cNvSpPr/>
          <p:nvPr/>
        </p:nvSpPr>
        <p:spPr>
          <a:xfrm>
            <a:off x="5987321" y="4171085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125" name="타원 124"/>
          <p:cNvSpPr/>
          <p:nvPr/>
        </p:nvSpPr>
        <p:spPr>
          <a:xfrm>
            <a:off x="1627201" y="4326145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26" name="직사각형 125"/>
          <p:cNvSpPr/>
          <p:nvPr/>
        </p:nvSpPr>
        <p:spPr>
          <a:xfrm>
            <a:off x="1698126" y="4931727"/>
            <a:ext cx="4555094" cy="369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사진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51520" y="4671149"/>
            <a:ext cx="6260882" cy="70206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직사각형 128"/>
          <p:cNvSpPr/>
          <p:nvPr/>
        </p:nvSpPr>
        <p:spPr>
          <a:xfrm>
            <a:off x="249400" y="5390932"/>
            <a:ext cx="6260882" cy="99039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타원 129"/>
          <p:cNvSpPr/>
          <p:nvPr/>
        </p:nvSpPr>
        <p:spPr>
          <a:xfrm>
            <a:off x="139112" y="5708613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131" name="타원 130"/>
          <p:cNvSpPr/>
          <p:nvPr/>
        </p:nvSpPr>
        <p:spPr>
          <a:xfrm>
            <a:off x="155590" y="4801438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132" name="직사각형 131"/>
          <p:cNvSpPr/>
          <p:nvPr/>
        </p:nvSpPr>
        <p:spPr>
          <a:xfrm>
            <a:off x="440397" y="5390932"/>
            <a:ext cx="1208769" cy="9183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내용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pic>
        <p:nvPicPr>
          <p:cNvPr id="13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655" y="891095"/>
            <a:ext cx="2280860" cy="210248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3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126" y="3222058"/>
            <a:ext cx="2280860" cy="210248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14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395405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클릭 시 하단 상세보기</a:t>
                      </a:r>
                      <a:r>
                        <a:rPr lang="ko-KR" altLang="en-US" sz="1000" baseline="0" dirty="0" smtClean="0"/>
                        <a:t> </a:t>
                      </a:r>
                      <a:r>
                        <a:rPr lang="en-US" altLang="ko-KR" sz="1000" baseline="0" dirty="0" smtClean="0"/>
                        <a:t>/</a:t>
                      </a:r>
                      <a:r>
                        <a:rPr lang="ko-KR" altLang="en-US" sz="1000" baseline="0" dirty="0" smtClean="0"/>
                        <a:t>수정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클릭 시 </a:t>
                      </a:r>
                      <a:r>
                        <a:rPr lang="ko-KR" altLang="en-US" sz="1000" dirty="0" err="1" smtClean="0"/>
                        <a:t>지회</a:t>
                      </a:r>
                      <a:r>
                        <a:rPr lang="ko-KR" altLang="en-US" sz="1000" dirty="0" smtClean="0"/>
                        <a:t> 임원 정보에서 선택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우편번호조회 팝업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292274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컨텐츠관</a:t>
            </a:r>
            <a:r>
              <a:rPr lang="ko-KR" altLang="en-US" sz="1200" kern="0" dirty="0" err="1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리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임원정보관리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49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868177"/>
              </p:ext>
            </p:extLst>
          </p:nvPr>
        </p:nvGraphicFramePr>
        <p:xfrm>
          <a:off x="378974" y="1340768"/>
          <a:ext cx="6131308" cy="1040118"/>
        </p:xfrm>
        <a:graphic>
          <a:graphicData uri="http://schemas.openxmlformats.org/drawingml/2006/table">
            <a:tbl>
              <a:tblPr/>
              <a:tblGrid>
                <a:gridCol w="249655"/>
                <a:gridCol w="504100"/>
                <a:gridCol w="504100"/>
                <a:gridCol w="504100"/>
                <a:gridCol w="504100"/>
                <a:gridCol w="504100"/>
                <a:gridCol w="504100"/>
                <a:gridCol w="1190285"/>
                <a:gridCol w="416692"/>
                <a:gridCol w="416692"/>
                <a:gridCol w="416692"/>
                <a:gridCol w="416692"/>
              </a:tblGrid>
              <a:tr h="2418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번호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사진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성명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직위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직책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회사명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우편번호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주소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연락처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팩스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사용여부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등록일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홍길동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이사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부산울산경남지회장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㈜</a:t>
                      </a: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미도산업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45612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서울 강남구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…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02-1235-4569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02-1235-4569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사용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2017-01-01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3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337434" y="548680"/>
            <a:ext cx="6182618" cy="666451"/>
            <a:chOff x="337434" y="890341"/>
            <a:chExt cx="6182618" cy="666451"/>
          </a:xfrm>
        </p:grpSpPr>
        <p:sp>
          <p:nvSpPr>
            <p:cNvPr id="34" name="직사각형 33"/>
            <p:cNvSpPr/>
            <p:nvPr/>
          </p:nvSpPr>
          <p:spPr>
            <a:xfrm>
              <a:off x="337434" y="908720"/>
              <a:ext cx="6182618" cy="6480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337434" y="890341"/>
              <a:ext cx="6174968" cy="306411"/>
              <a:chOff x="260086" y="5618711"/>
              <a:chExt cx="7388860" cy="306411"/>
            </a:xfrm>
          </p:grpSpPr>
          <p:cxnSp>
            <p:nvCxnSpPr>
              <p:cNvPr id="36" name="직선 연결선 35"/>
              <p:cNvCxnSpPr/>
              <p:nvPr/>
            </p:nvCxnSpPr>
            <p:spPr>
              <a:xfrm>
                <a:off x="260086" y="5618711"/>
                <a:ext cx="738886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직사각형 42"/>
              <p:cNvSpPr/>
              <p:nvPr/>
            </p:nvSpPr>
            <p:spPr>
              <a:xfrm>
                <a:off x="415758" y="5736885"/>
                <a:ext cx="1387641" cy="188237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 smtClean="0"/>
                  <a:t>성명</a:t>
                </a:r>
                <a:endParaRPr lang="ko-KR" altLang="en-US" sz="1050" b="1" dirty="0"/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1844272" y="5717030"/>
                <a:ext cx="1501063" cy="19856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12" y="2364226"/>
            <a:ext cx="4039772" cy="272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" name="사각형: 둥근 모서리 100"/>
          <p:cNvSpPr/>
          <p:nvPr/>
        </p:nvSpPr>
        <p:spPr>
          <a:xfrm>
            <a:off x="5706839" y="2380051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신규등록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2" name="사각형: 둥근 모서리 73"/>
          <p:cNvSpPr/>
          <p:nvPr/>
        </p:nvSpPr>
        <p:spPr>
          <a:xfrm>
            <a:off x="387485" y="2898522"/>
            <a:ext cx="5984715" cy="297875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1699465" y="3240763"/>
            <a:ext cx="890219" cy="18786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50" name="직사각형 49"/>
          <p:cNvSpPr/>
          <p:nvPr/>
        </p:nvSpPr>
        <p:spPr>
          <a:xfrm>
            <a:off x="467544" y="3237795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성명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691680" y="3875934"/>
            <a:ext cx="1787612" cy="1707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53" name="직사각형 52"/>
          <p:cNvSpPr/>
          <p:nvPr/>
        </p:nvSpPr>
        <p:spPr>
          <a:xfrm>
            <a:off x="459759" y="3875934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회사명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752730" y="3240763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사용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/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미사</a:t>
            </a:r>
            <a:r>
              <a:rPr lang="ko-KR" altLang="en-US" sz="1200" b="1" dirty="0">
                <a:solidFill>
                  <a:schemeClr val="tx1"/>
                </a:solidFill>
              </a:rPr>
              <a:t>용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3515032" y="3238163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사용여부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1719597" y="4323972"/>
            <a:ext cx="4520672" cy="19677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70" name="직사각형 69"/>
          <p:cNvSpPr/>
          <p:nvPr/>
        </p:nvSpPr>
        <p:spPr>
          <a:xfrm>
            <a:off x="459759" y="4089211"/>
            <a:ext cx="1208769" cy="46952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주소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395536" y="2636912"/>
            <a:ext cx="815598" cy="261610"/>
            <a:chOff x="395536" y="3023374"/>
            <a:chExt cx="815598" cy="261610"/>
          </a:xfrm>
        </p:grpSpPr>
        <p:sp>
          <p:nvSpPr>
            <p:cNvPr id="71" name="직사각형 70"/>
            <p:cNvSpPr/>
            <p:nvPr/>
          </p:nvSpPr>
          <p:spPr>
            <a:xfrm>
              <a:off x="395536" y="3083852"/>
              <a:ext cx="47625" cy="17383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62211" y="3023374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 smtClean="0">
                  <a:solidFill>
                    <a:schemeClr val="accent1">
                      <a:lumMod val="75000"/>
                    </a:schemeClr>
                  </a:solidFill>
                </a:rPr>
                <a:t>임</a:t>
              </a:r>
              <a:r>
                <a:rPr lang="ko-KR" altLang="en-US" sz="1100" b="1" dirty="0">
                  <a:solidFill>
                    <a:schemeClr val="accent1">
                      <a:lumMod val="75000"/>
                    </a:schemeClr>
                  </a:solidFill>
                </a:rPr>
                <a:t>원</a:t>
              </a:r>
              <a:r>
                <a:rPr lang="ko-KR" altLang="en-US" sz="1100" b="1" dirty="0" smtClean="0">
                  <a:solidFill>
                    <a:schemeClr val="accent1">
                      <a:lumMod val="75000"/>
                    </a:schemeClr>
                  </a:solidFill>
                </a:rPr>
                <a:t>정보</a:t>
              </a:r>
              <a:endParaRPr lang="ko-KR" altLang="en-US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80" name="직사각형 79"/>
          <p:cNvSpPr/>
          <p:nvPr/>
        </p:nvSpPr>
        <p:spPr>
          <a:xfrm>
            <a:off x="467544" y="3011242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등록일자</a:t>
            </a:r>
            <a:endParaRPr lang="ko-KR" altLang="en-US" sz="1050" b="1" dirty="0"/>
          </a:p>
        </p:txBody>
      </p:sp>
      <p:sp>
        <p:nvSpPr>
          <p:cNvPr id="82" name="직사각형 81"/>
          <p:cNvSpPr/>
          <p:nvPr/>
        </p:nvSpPr>
        <p:spPr>
          <a:xfrm>
            <a:off x="1686515" y="3011242"/>
            <a:ext cx="1779826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6" name="직사각형 85"/>
          <p:cNvSpPr/>
          <p:nvPr/>
        </p:nvSpPr>
        <p:spPr>
          <a:xfrm>
            <a:off x="3502080" y="3011242"/>
            <a:ext cx="1221721" cy="1792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등록자</a:t>
            </a:r>
            <a:endParaRPr lang="ko-KR" altLang="en-US" sz="1050" b="1" dirty="0"/>
          </a:p>
        </p:txBody>
      </p:sp>
      <p:sp>
        <p:nvSpPr>
          <p:cNvPr id="87" name="직사각형 86"/>
          <p:cNvSpPr/>
          <p:nvPr/>
        </p:nvSpPr>
        <p:spPr>
          <a:xfrm>
            <a:off x="4752731" y="3011242"/>
            <a:ext cx="1487538" cy="1767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8" name="사각형: 둥근 모서리 100"/>
          <p:cNvSpPr/>
          <p:nvPr/>
        </p:nvSpPr>
        <p:spPr>
          <a:xfrm>
            <a:off x="5566773" y="6016517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수정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9" name="사각형: 둥근 모서리 100"/>
          <p:cNvSpPr/>
          <p:nvPr/>
        </p:nvSpPr>
        <p:spPr>
          <a:xfrm>
            <a:off x="4689763" y="6036936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삭제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91" name="이등변 삼각형 90"/>
          <p:cNvSpPr/>
          <p:nvPr/>
        </p:nvSpPr>
        <p:spPr>
          <a:xfrm rot="10800000">
            <a:off x="6121230" y="3287255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/>
          <p:cNvSpPr/>
          <p:nvPr/>
        </p:nvSpPr>
        <p:spPr>
          <a:xfrm>
            <a:off x="4752731" y="3456787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3515033" y="3456787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직책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1705242" y="3447118"/>
            <a:ext cx="1768885" cy="167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467544" y="3447118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직위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987824" y="656926"/>
            <a:ext cx="1159670" cy="18823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mtClean="0"/>
              <a:t>회사명</a:t>
            </a:r>
            <a:endParaRPr lang="ko-KR" altLang="en-US" sz="1050" b="1" dirty="0"/>
          </a:p>
        </p:txBody>
      </p:sp>
      <p:sp>
        <p:nvSpPr>
          <p:cNvPr id="78" name="타원 77"/>
          <p:cNvSpPr/>
          <p:nvPr/>
        </p:nvSpPr>
        <p:spPr>
          <a:xfrm>
            <a:off x="3223199" y="1772816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79" name="직사각형 78"/>
          <p:cNvSpPr/>
          <p:nvPr/>
        </p:nvSpPr>
        <p:spPr>
          <a:xfrm>
            <a:off x="4211960" y="646998"/>
            <a:ext cx="1616253" cy="1882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3" name="사각형: 둥근 모서리 100"/>
          <p:cNvSpPr/>
          <p:nvPr/>
        </p:nvSpPr>
        <p:spPr>
          <a:xfrm>
            <a:off x="5580714" y="911405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chemeClr val="tx1"/>
                </a:solidFill>
              </a:rPr>
              <a:t>조회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4752731" y="3672811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3515033" y="3672811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팩스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1705242" y="3663142"/>
            <a:ext cx="1768885" cy="167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467544" y="3663142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연락처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1705242" y="4086611"/>
            <a:ext cx="778526" cy="1908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108" name="사각형: 둥근 모서리 100"/>
          <p:cNvSpPr/>
          <p:nvPr/>
        </p:nvSpPr>
        <p:spPr>
          <a:xfrm>
            <a:off x="2526614" y="4077072"/>
            <a:ext cx="1144440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우편번호조회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4739778" y="3888835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5000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3502080" y="3888835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게시순서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120" name="타원 119"/>
          <p:cNvSpPr/>
          <p:nvPr/>
        </p:nvSpPr>
        <p:spPr>
          <a:xfrm>
            <a:off x="3786714" y="3974278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566" y="1573440"/>
            <a:ext cx="294959" cy="341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4" t="74900"/>
          <a:stretch/>
        </p:blipFill>
        <p:spPr bwMode="auto">
          <a:xfrm>
            <a:off x="1700900" y="4543193"/>
            <a:ext cx="4544536" cy="260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7" name="직사각형 126"/>
          <p:cNvSpPr/>
          <p:nvPr/>
        </p:nvSpPr>
        <p:spPr>
          <a:xfrm>
            <a:off x="452589" y="4567909"/>
            <a:ext cx="1208769" cy="1218856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사진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719597" y="4839543"/>
            <a:ext cx="39204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charset="0"/>
              <a:buChar char="•"/>
            </a:pPr>
            <a:r>
              <a:rPr lang="ko-KR" altLang="en-US" sz="800" dirty="0" smtClean="0"/>
              <a:t>권장기준 이미지 최소 사이즈 </a:t>
            </a:r>
            <a:r>
              <a:rPr lang="en-US" altLang="ko-KR" sz="800" dirty="0" smtClean="0"/>
              <a:t>– </a:t>
            </a:r>
            <a:r>
              <a:rPr lang="ko-KR" altLang="en-US" sz="800" dirty="0" smtClean="0"/>
              <a:t>가로 </a:t>
            </a:r>
            <a:r>
              <a:rPr lang="en-US" altLang="ko-KR" sz="800" dirty="0" smtClean="0"/>
              <a:t>100 X </a:t>
            </a:r>
            <a:r>
              <a:rPr lang="ko-KR" altLang="en-US" sz="800" dirty="0" smtClean="0"/>
              <a:t>세로 </a:t>
            </a:r>
            <a:r>
              <a:rPr lang="en-US" altLang="ko-KR" sz="800" dirty="0" smtClean="0"/>
              <a:t>200  ( </a:t>
            </a:r>
            <a:r>
              <a:rPr lang="ko-KR" altLang="en-US" sz="800" dirty="0" smtClean="0"/>
              <a:t>가로 세로 비율을 맞춰서 등록하셔야 합니다 </a:t>
            </a:r>
            <a:r>
              <a:rPr lang="en-US" altLang="ko-KR" sz="800" dirty="0" smtClean="0"/>
              <a:t>)</a:t>
            </a:r>
          </a:p>
          <a:p>
            <a:pPr marL="171450" indent="-171450">
              <a:buFont typeface="Arial" charset="0"/>
              <a:buChar char="•"/>
            </a:pPr>
            <a:r>
              <a:rPr lang="ko-KR" altLang="en-US" sz="800" dirty="0" smtClean="0"/>
              <a:t>파일 </a:t>
            </a:r>
            <a:r>
              <a:rPr lang="ko-KR" altLang="en-US" sz="800" dirty="0" err="1" smtClean="0"/>
              <a:t>확장자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– PNG, BMP, JPG, GIF</a:t>
            </a:r>
          </a:p>
          <a:p>
            <a:pPr marL="171450" indent="-171450">
              <a:buFont typeface="Arial" charset="0"/>
              <a:buChar char="•"/>
            </a:pPr>
            <a:r>
              <a:rPr lang="ko-KR" altLang="en-US" sz="800" dirty="0" smtClean="0"/>
              <a:t>용량제한 </a:t>
            </a:r>
            <a:r>
              <a:rPr lang="en-US" altLang="ko-KR" sz="800" dirty="0" smtClean="0"/>
              <a:t>– 1MB </a:t>
            </a:r>
            <a:r>
              <a:rPr lang="ko-KR" altLang="en-US" sz="800" dirty="0" smtClean="0"/>
              <a:t>까지</a:t>
            </a:r>
            <a:r>
              <a:rPr lang="en-US" altLang="ko-KR" sz="800" dirty="0" smtClean="0"/>
              <a:t> </a:t>
            </a:r>
            <a:endParaRPr lang="ko-KR" altLang="en-US" sz="800" dirty="0"/>
          </a:p>
        </p:txBody>
      </p:sp>
      <p:sp>
        <p:nvSpPr>
          <p:cNvPr id="132" name="사각형: 둥근 모서리 100"/>
          <p:cNvSpPr/>
          <p:nvPr/>
        </p:nvSpPr>
        <p:spPr>
          <a:xfrm>
            <a:off x="2666079" y="3234693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</a:rPr>
              <a:t>지회검색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33" name="타원 132"/>
          <p:cNvSpPr/>
          <p:nvPr/>
        </p:nvSpPr>
        <p:spPr>
          <a:xfrm>
            <a:off x="2344770" y="3154764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34" name="직사각형 133"/>
          <p:cNvSpPr/>
          <p:nvPr/>
        </p:nvSpPr>
        <p:spPr>
          <a:xfrm>
            <a:off x="1740505" y="5417284"/>
            <a:ext cx="967953" cy="369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사진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382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976314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클릭 시 하단 상세보기</a:t>
                      </a:r>
                      <a:r>
                        <a:rPr lang="ko-KR" altLang="en-US" sz="1000" baseline="0" dirty="0" smtClean="0"/>
                        <a:t> </a:t>
                      </a:r>
                      <a:r>
                        <a:rPr lang="en-US" altLang="ko-KR" sz="1000" baseline="0" dirty="0" smtClean="0"/>
                        <a:t>/</a:t>
                      </a:r>
                      <a:r>
                        <a:rPr lang="ko-KR" altLang="en-US" sz="1000" baseline="0" dirty="0" smtClean="0"/>
                        <a:t>수정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클릭 시 </a:t>
                      </a:r>
                      <a:r>
                        <a:rPr lang="ko-KR" altLang="en-US" sz="1000" dirty="0" err="1" smtClean="0"/>
                        <a:t>지회</a:t>
                      </a:r>
                      <a:r>
                        <a:rPr lang="ko-KR" altLang="en-US" sz="1000" dirty="0" smtClean="0"/>
                        <a:t> 임원 정보에서 선택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우편번호조회 팝업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171018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컨텐츠관</a:t>
            </a:r>
            <a:r>
              <a:rPr lang="ko-KR" altLang="en-US" sz="1200" kern="0" dirty="0" err="1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리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지회관리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49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523245"/>
              </p:ext>
            </p:extLst>
          </p:nvPr>
        </p:nvGraphicFramePr>
        <p:xfrm>
          <a:off x="378974" y="1340768"/>
          <a:ext cx="6131308" cy="959209"/>
        </p:xfrm>
        <a:graphic>
          <a:graphicData uri="http://schemas.openxmlformats.org/drawingml/2006/table">
            <a:tbl>
              <a:tblPr/>
              <a:tblGrid>
                <a:gridCol w="249655"/>
                <a:gridCol w="504100"/>
                <a:gridCol w="504100"/>
                <a:gridCol w="504100"/>
                <a:gridCol w="504100"/>
                <a:gridCol w="1206891"/>
                <a:gridCol w="504056"/>
                <a:gridCol w="432048"/>
                <a:gridCol w="472182"/>
                <a:gridCol w="416692"/>
                <a:gridCol w="416692"/>
                <a:gridCol w="416692"/>
              </a:tblGrid>
              <a:tr h="2418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번호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지회명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지회장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사무총장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우편번호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주소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연락처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팩스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이메일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홈페이지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사용여부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등록일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45612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서울 강남구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…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02-1235-4569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02-1235-4569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사용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2017-01-01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3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337434" y="548680"/>
            <a:ext cx="6182618" cy="666451"/>
            <a:chOff x="337434" y="890341"/>
            <a:chExt cx="6182618" cy="666451"/>
          </a:xfrm>
        </p:grpSpPr>
        <p:sp>
          <p:nvSpPr>
            <p:cNvPr id="34" name="직사각형 33"/>
            <p:cNvSpPr/>
            <p:nvPr/>
          </p:nvSpPr>
          <p:spPr>
            <a:xfrm>
              <a:off x="337434" y="908720"/>
              <a:ext cx="6182618" cy="6480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337434" y="890341"/>
              <a:ext cx="6174968" cy="306411"/>
              <a:chOff x="260086" y="5618711"/>
              <a:chExt cx="7388860" cy="306411"/>
            </a:xfrm>
          </p:grpSpPr>
          <p:cxnSp>
            <p:nvCxnSpPr>
              <p:cNvPr id="36" name="직선 연결선 35"/>
              <p:cNvCxnSpPr/>
              <p:nvPr/>
            </p:nvCxnSpPr>
            <p:spPr>
              <a:xfrm>
                <a:off x="260086" y="5618711"/>
                <a:ext cx="738886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직사각형 42"/>
              <p:cNvSpPr/>
              <p:nvPr/>
            </p:nvSpPr>
            <p:spPr>
              <a:xfrm>
                <a:off x="415758" y="5736885"/>
                <a:ext cx="1387641" cy="188237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 smtClean="0"/>
                  <a:t>성명</a:t>
                </a:r>
                <a:endParaRPr lang="ko-KR" altLang="en-US" sz="1050" b="1" dirty="0"/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1844272" y="5717030"/>
                <a:ext cx="1501063" cy="19856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12" y="2364226"/>
            <a:ext cx="4039772" cy="272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" name="사각형: 둥근 모서리 100"/>
          <p:cNvSpPr/>
          <p:nvPr/>
        </p:nvSpPr>
        <p:spPr>
          <a:xfrm>
            <a:off x="5706839" y="2380051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신규등록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2" name="사각형: 둥근 모서리 73"/>
          <p:cNvSpPr/>
          <p:nvPr/>
        </p:nvSpPr>
        <p:spPr>
          <a:xfrm>
            <a:off x="387485" y="2898522"/>
            <a:ext cx="5984715" cy="3482806"/>
          </a:xfrm>
          <a:prstGeom prst="roundRect">
            <a:avLst>
              <a:gd name="adj" fmla="val 193"/>
            </a:avLst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1699465" y="3240763"/>
            <a:ext cx="1766876" cy="18786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50" name="직사각형 49"/>
          <p:cNvSpPr/>
          <p:nvPr/>
        </p:nvSpPr>
        <p:spPr>
          <a:xfrm>
            <a:off x="467544" y="3237795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 smtClean="0">
                <a:solidFill>
                  <a:schemeClr val="bg1"/>
                </a:solidFill>
              </a:rPr>
              <a:t>지회명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691680" y="3875934"/>
            <a:ext cx="1787612" cy="1707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53" name="직사각형 52"/>
          <p:cNvSpPr/>
          <p:nvPr/>
        </p:nvSpPr>
        <p:spPr>
          <a:xfrm>
            <a:off x="459759" y="3875934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 smtClean="0">
                <a:solidFill>
                  <a:schemeClr val="bg1"/>
                </a:solidFill>
              </a:rPr>
              <a:t>이메일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752730" y="3240763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사용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/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미사</a:t>
            </a:r>
            <a:r>
              <a:rPr lang="ko-KR" altLang="en-US" sz="1200" b="1" dirty="0">
                <a:solidFill>
                  <a:schemeClr val="tx1"/>
                </a:solidFill>
              </a:rPr>
              <a:t>용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3515032" y="3238163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사용여부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1719597" y="4323972"/>
            <a:ext cx="4520672" cy="19677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70" name="직사각형 69"/>
          <p:cNvSpPr/>
          <p:nvPr/>
        </p:nvSpPr>
        <p:spPr>
          <a:xfrm>
            <a:off x="459759" y="4089211"/>
            <a:ext cx="1208769" cy="46952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주소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395536" y="2636912"/>
            <a:ext cx="815598" cy="261610"/>
            <a:chOff x="395536" y="3023374"/>
            <a:chExt cx="815598" cy="261610"/>
          </a:xfrm>
        </p:grpSpPr>
        <p:sp>
          <p:nvSpPr>
            <p:cNvPr id="71" name="직사각형 70"/>
            <p:cNvSpPr/>
            <p:nvPr/>
          </p:nvSpPr>
          <p:spPr>
            <a:xfrm>
              <a:off x="395536" y="3083852"/>
              <a:ext cx="47625" cy="17383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62211" y="3023374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 err="1" smtClean="0">
                  <a:solidFill>
                    <a:schemeClr val="accent1">
                      <a:lumMod val="75000"/>
                    </a:schemeClr>
                  </a:solidFill>
                </a:rPr>
                <a:t>지</a:t>
              </a:r>
              <a:r>
                <a:rPr lang="ko-KR" altLang="en-US" sz="1100" b="1" dirty="0" err="1">
                  <a:solidFill>
                    <a:schemeClr val="accent1">
                      <a:lumMod val="75000"/>
                    </a:schemeClr>
                  </a:solidFill>
                </a:rPr>
                <a:t>회</a:t>
              </a:r>
              <a:r>
                <a:rPr lang="ko-KR" altLang="en-US" sz="1100" b="1" dirty="0" err="1" smtClean="0">
                  <a:solidFill>
                    <a:schemeClr val="accent1">
                      <a:lumMod val="75000"/>
                    </a:schemeClr>
                  </a:solidFill>
                </a:rPr>
                <a:t>정보</a:t>
              </a:r>
              <a:endParaRPr lang="ko-KR" altLang="en-US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80" name="직사각형 79"/>
          <p:cNvSpPr/>
          <p:nvPr/>
        </p:nvSpPr>
        <p:spPr>
          <a:xfrm>
            <a:off x="467544" y="3011242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등록일자</a:t>
            </a:r>
            <a:endParaRPr lang="ko-KR" altLang="en-US" sz="1050" b="1" dirty="0"/>
          </a:p>
        </p:txBody>
      </p:sp>
      <p:sp>
        <p:nvSpPr>
          <p:cNvPr id="82" name="직사각형 81"/>
          <p:cNvSpPr/>
          <p:nvPr/>
        </p:nvSpPr>
        <p:spPr>
          <a:xfrm>
            <a:off x="1686515" y="3011242"/>
            <a:ext cx="1779826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6" name="직사각형 85"/>
          <p:cNvSpPr/>
          <p:nvPr/>
        </p:nvSpPr>
        <p:spPr>
          <a:xfrm>
            <a:off x="3502080" y="3011242"/>
            <a:ext cx="1221721" cy="1792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등록자</a:t>
            </a:r>
            <a:endParaRPr lang="ko-KR" altLang="en-US" sz="1050" b="1" dirty="0"/>
          </a:p>
        </p:txBody>
      </p:sp>
      <p:sp>
        <p:nvSpPr>
          <p:cNvPr id="87" name="직사각형 86"/>
          <p:cNvSpPr/>
          <p:nvPr/>
        </p:nvSpPr>
        <p:spPr>
          <a:xfrm>
            <a:off x="4752731" y="3011242"/>
            <a:ext cx="1487538" cy="1767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8" name="사각형: 둥근 모서리 100"/>
          <p:cNvSpPr/>
          <p:nvPr/>
        </p:nvSpPr>
        <p:spPr>
          <a:xfrm>
            <a:off x="5629740" y="6432917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수정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9" name="사각형: 둥근 모서리 100"/>
          <p:cNvSpPr/>
          <p:nvPr/>
        </p:nvSpPr>
        <p:spPr>
          <a:xfrm>
            <a:off x="4752730" y="6453336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삭제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91" name="이등변 삼각형 90"/>
          <p:cNvSpPr/>
          <p:nvPr/>
        </p:nvSpPr>
        <p:spPr>
          <a:xfrm rot="10800000">
            <a:off x="6121230" y="3287255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/>
          <p:cNvSpPr/>
          <p:nvPr/>
        </p:nvSpPr>
        <p:spPr>
          <a:xfrm>
            <a:off x="4752731" y="3456787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3515033" y="3456787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사무총장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1705242" y="3447118"/>
            <a:ext cx="1768885" cy="167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467544" y="3447118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 smtClean="0">
                <a:solidFill>
                  <a:schemeClr val="bg1"/>
                </a:solidFill>
              </a:rPr>
              <a:t>지회</a:t>
            </a:r>
            <a:r>
              <a:rPr lang="ko-KR" altLang="en-US" sz="1050" b="1" dirty="0" err="1">
                <a:solidFill>
                  <a:schemeClr val="bg1"/>
                </a:solidFill>
              </a:rPr>
              <a:t>장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987824" y="656926"/>
            <a:ext cx="1159670" cy="18823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mtClean="0"/>
              <a:t>회사명</a:t>
            </a:r>
            <a:endParaRPr lang="ko-KR" altLang="en-US" sz="1050" b="1" dirty="0"/>
          </a:p>
        </p:txBody>
      </p:sp>
      <p:sp>
        <p:nvSpPr>
          <p:cNvPr id="78" name="타원 77"/>
          <p:cNvSpPr/>
          <p:nvPr/>
        </p:nvSpPr>
        <p:spPr>
          <a:xfrm>
            <a:off x="2987579" y="2225394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79" name="직사각형 78"/>
          <p:cNvSpPr/>
          <p:nvPr/>
        </p:nvSpPr>
        <p:spPr>
          <a:xfrm>
            <a:off x="4211960" y="646998"/>
            <a:ext cx="1616253" cy="1882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3" name="사각형: 둥근 모서리 100"/>
          <p:cNvSpPr/>
          <p:nvPr/>
        </p:nvSpPr>
        <p:spPr>
          <a:xfrm>
            <a:off x="5580714" y="911405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chemeClr val="tx1"/>
                </a:solidFill>
              </a:rPr>
              <a:t>조회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4752731" y="3672811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3515033" y="3672811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팩스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1705242" y="3663142"/>
            <a:ext cx="1768885" cy="167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467544" y="3663142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연락처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1705242" y="4086611"/>
            <a:ext cx="778526" cy="1908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108" name="사각형: 둥근 모서리 100"/>
          <p:cNvSpPr/>
          <p:nvPr/>
        </p:nvSpPr>
        <p:spPr>
          <a:xfrm>
            <a:off x="2526614" y="4077072"/>
            <a:ext cx="1144440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우편번호조회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4739778" y="3888835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3502080" y="3888835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홈페이지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120" name="타원 119"/>
          <p:cNvSpPr/>
          <p:nvPr/>
        </p:nvSpPr>
        <p:spPr>
          <a:xfrm>
            <a:off x="3786714" y="3974278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pic>
        <p:nvPicPr>
          <p:cNvPr id="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4" t="74900"/>
          <a:stretch/>
        </p:blipFill>
        <p:spPr bwMode="auto">
          <a:xfrm>
            <a:off x="1700900" y="5085184"/>
            <a:ext cx="4544536" cy="260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7" name="직사각형 126"/>
          <p:cNvSpPr/>
          <p:nvPr/>
        </p:nvSpPr>
        <p:spPr>
          <a:xfrm>
            <a:off x="452589" y="5109900"/>
            <a:ext cx="1208769" cy="11455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사진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719597" y="5301208"/>
            <a:ext cx="39204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charset="0"/>
              <a:buChar char="•"/>
            </a:pPr>
            <a:r>
              <a:rPr lang="ko-KR" altLang="en-US" sz="800" dirty="0" smtClean="0"/>
              <a:t>권장기준 이미지 최소 사이즈 </a:t>
            </a:r>
            <a:r>
              <a:rPr lang="en-US" altLang="ko-KR" sz="800" dirty="0" smtClean="0"/>
              <a:t>– </a:t>
            </a:r>
            <a:r>
              <a:rPr lang="ko-KR" altLang="en-US" sz="800" dirty="0" smtClean="0"/>
              <a:t>가로 </a:t>
            </a:r>
            <a:r>
              <a:rPr lang="en-US" altLang="ko-KR" sz="800" dirty="0" smtClean="0"/>
              <a:t>100 X </a:t>
            </a:r>
            <a:r>
              <a:rPr lang="ko-KR" altLang="en-US" sz="800" dirty="0" smtClean="0"/>
              <a:t>세로 </a:t>
            </a:r>
            <a:r>
              <a:rPr lang="en-US" altLang="ko-KR" sz="800" dirty="0" smtClean="0"/>
              <a:t>200  ( </a:t>
            </a:r>
            <a:r>
              <a:rPr lang="ko-KR" altLang="en-US" sz="800" dirty="0" smtClean="0"/>
              <a:t>가로 세로 비율을 맞춰서 등록하셔야 합니다 </a:t>
            </a:r>
            <a:r>
              <a:rPr lang="en-US" altLang="ko-KR" sz="800" dirty="0" smtClean="0"/>
              <a:t>)</a:t>
            </a:r>
          </a:p>
          <a:p>
            <a:pPr marL="171450" indent="-171450">
              <a:buFont typeface="Arial" charset="0"/>
              <a:buChar char="•"/>
            </a:pPr>
            <a:r>
              <a:rPr lang="ko-KR" altLang="en-US" sz="800" dirty="0" smtClean="0"/>
              <a:t>파일 </a:t>
            </a:r>
            <a:r>
              <a:rPr lang="ko-KR" altLang="en-US" sz="800" dirty="0" err="1" smtClean="0"/>
              <a:t>확장자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– PNG, BMP, JPG, GIF</a:t>
            </a:r>
          </a:p>
          <a:p>
            <a:pPr marL="171450" indent="-171450">
              <a:buFont typeface="Arial" charset="0"/>
              <a:buChar char="•"/>
            </a:pPr>
            <a:r>
              <a:rPr lang="ko-KR" altLang="en-US" sz="800" dirty="0" smtClean="0"/>
              <a:t>용량제한 </a:t>
            </a:r>
            <a:r>
              <a:rPr lang="en-US" altLang="ko-KR" sz="800" dirty="0" smtClean="0"/>
              <a:t>– 1MB </a:t>
            </a:r>
            <a:r>
              <a:rPr lang="ko-KR" altLang="en-US" sz="800" dirty="0" smtClean="0"/>
              <a:t>까지</a:t>
            </a:r>
            <a:r>
              <a:rPr lang="en-US" altLang="ko-KR" sz="800" dirty="0" smtClean="0"/>
              <a:t> </a:t>
            </a:r>
            <a:endParaRPr lang="ko-KR" altLang="en-US" sz="800" dirty="0"/>
          </a:p>
        </p:txBody>
      </p:sp>
      <p:sp>
        <p:nvSpPr>
          <p:cNvPr id="56" name="직사각형 55"/>
          <p:cNvSpPr/>
          <p:nvPr/>
        </p:nvSpPr>
        <p:spPr>
          <a:xfrm>
            <a:off x="457483" y="4587913"/>
            <a:ext cx="1208769" cy="46952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인사말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691680" y="4581128"/>
            <a:ext cx="4520672" cy="4763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58" name="직사각형 57"/>
          <p:cNvSpPr/>
          <p:nvPr/>
        </p:nvSpPr>
        <p:spPr>
          <a:xfrm>
            <a:off x="1804611" y="5885983"/>
            <a:ext cx="967953" cy="369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사진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163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127388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전체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smtClean="0"/>
                        <a:t>일반문의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smtClean="0"/>
                        <a:t>광고문의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761339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컨텐츠관</a:t>
            </a:r>
            <a:r>
              <a:rPr lang="ko-KR" altLang="en-US" sz="1200" kern="0" dirty="0" err="1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리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문의관리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49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184644"/>
              </p:ext>
            </p:extLst>
          </p:nvPr>
        </p:nvGraphicFramePr>
        <p:xfrm>
          <a:off x="378977" y="1340768"/>
          <a:ext cx="6131305" cy="959209"/>
        </p:xfrm>
        <a:graphic>
          <a:graphicData uri="http://schemas.openxmlformats.org/drawingml/2006/table">
            <a:tbl>
              <a:tblPr/>
              <a:tblGrid>
                <a:gridCol w="280995"/>
                <a:gridCol w="483551"/>
                <a:gridCol w="2069327"/>
                <a:gridCol w="778252"/>
                <a:gridCol w="778252"/>
                <a:gridCol w="666742"/>
                <a:gridCol w="433878"/>
                <a:gridCol w="640308"/>
              </a:tblGrid>
              <a:tr h="2418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번호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구분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제목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성명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이메일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등록일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답변여부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답변일자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광고문의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일반문의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3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337434" y="548680"/>
            <a:ext cx="6182618" cy="666451"/>
            <a:chOff x="337434" y="890341"/>
            <a:chExt cx="6182618" cy="666451"/>
          </a:xfrm>
        </p:grpSpPr>
        <p:sp>
          <p:nvSpPr>
            <p:cNvPr id="34" name="직사각형 33"/>
            <p:cNvSpPr/>
            <p:nvPr/>
          </p:nvSpPr>
          <p:spPr>
            <a:xfrm>
              <a:off x="337434" y="908720"/>
              <a:ext cx="6182618" cy="6480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337434" y="890341"/>
              <a:ext cx="6174968" cy="561281"/>
              <a:chOff x="260086" y="5618711"/>
              <a:chExt cx="7388860" cy="561281"/>
            </a:xfrm>
          </p:grpSpPr>
          <p:cxnSp>
            <p:nvCxnSpPr>
              <p:cNvPr id="36" name="직선 연결선 35"/>
              <p:cNvCxnSpPr/>
              <p:nvPr/>
            </p:nvCxnSpPr>
            <p:spPr>
              <a:xfrm>
                <a:off x="260086" y="5618711"/>
                <a:ext cx="738886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직사각형 42"/>
              <p:cNvSpPr/>
              <p:nvPr/>
            </p:nvSpPr>
            <p:spPr>
              <a:xfrm>
                <a:off x="415758" y="5736885"/>
                <a:ext cx="1387641" cy="188237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 smtClean="0"/>
                  <a:t>구</a:t>
                </a:r>
                <a:r>
                  <a:rPr lang="ko-KR" altLang="en-US" sz="1050" b="1" dirty="0"/>
                  <a:t>분</a:t>
                </a:r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1844270" y="5727360"/>
                <a:ext cx="1933980" cy="1882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smtClean="0">
                    <a:solidFill>
                      <a:schemeClr val="tx1"/>
                    </a:solidFill>
                  </a:rPr>
                  <a:t>전체</a:t>
                </a:r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409575" y="5991756"/>
                <a:ext cx="1393824" cy="18823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/>
                  <a:t>등록일</a:t>
                </a:r>
              </a:p>
            </p:txBody>
          </p:sp>
          <p:sp>
            <p:nvSpPr>
              <p:cNvPr id="47" name="이등변 삼각형 46"/>
              <p:cNvSpPr/>
              <p:nvPr/>
            </p:nvSpPr>
            <p:spPr>
              <a:xfrm rot="10800000">
                <a:off x="3565727" y="5781106"/>
                <a:ext cx="133348" cy="95252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12" y="2364226"/>
            <a:ext cx="4039772" cy="272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사각형: 둥근 모서리 73"/>
          <p:cNvSpPr/>
          <p:nvPr/>
        </p:nvSpPr>
        <p:spPr>
          <a:xfrm>
            <a:off x="387485" y="2898522"/>
            <a:ext cx="5984715" cy="3482806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395536" y="2636912"/>
            <a:ext cx="815598" cy="261610"/>
            <a:chOff x="395536" y="3023374"/>
            <a:chExt cx="815598" cy="261610"/>
          </a:xfrm>
        </p:grpSpPr>
        <p:sp>
          <p:nvSpPr>
            <p:cNvPr id="71" name="직사각형 70"/>
            <p:cNvSpPr/>
            <p:nvPr/>
          </p:nvSpPr>
          <p:spPr>
            <a:xfrm>
              <a:off x="395536" y="3083852"/>
              <a:ext cx="47625" cy="17383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62211" y="3023374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 smtClean="0">
                  <a:solidFill>
                    <a:schemeClr val="accent1">
                      <a:lumMod val="75000"/>
                    </a:schemeClr>
                  </a:solidFill>
                </a:rPr>
                <a:t>문의정보</a:t>
              </a:r>
              <a:endParaRPr lang="ko-KR" altLang="en-US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80" name="직사각형 79"/>
          <p:cNvSpPr/>
          <p:nvPr/>
        </p:nvSpPr>
        <p:spPr>
          <a:xfrm>
            <a:off x="467544" y="3011242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등록일자</a:t>
            </a:r>
            <a:endParaRPr lang="ko-KR" altLang="en-US" sz="1050" b="1" dirty="0"/>
          </a:p>
        </p:txBody>
      </p:sp>
      <p:sp>
        <p:nvSpPr>
          <p:cNvPr id="82" name="직사각형 81"/>
          <p:cNvSpPr/>
          <p:nvPr/>
        </p:nvSpPr>
        <p:spPr>
          <a:xfrm>
            <a:off x="1686515" y="3011242"/>
            <a:ext cx="1779826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6" name="직사각형 85"/>
          <p:cNvSpPr/>
          <p:nvPr/>
        </p:nvSpPr>
        <p:spPr>
          <a:xfrm>
            <a:off x="3502080" y="3011242"/>
            <a:ext cx="1208769" cy="1792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등록자</a:t>
            </a:r>
            <a:endParaRPr lang="ko-KR" altLang="en-US" sz="1050" b="1" dirty="0"/>
          </a:p>
        </p:txBody>
      </p:sp>
      <p:sp>
        <p:nvSpPr>
          <p:cNvPr id="87" name="직사각형 86"/>
          <p:cNvSpPr/>
          <p:nvPr/>
        </p:nvSpPr>
        <p:spPr>
          <a:xfrm>
            <a:off x="4744986" y="2996952"/>
            <a:ext cx="1495283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8" name="사각형: 둥근 모서리 100"/>
          <p:cNvSpPr/>
          <p:nvPr/>
        </p:nvSpPr>
        <p:spPr>
          <a:xfrm>
            <a:off x="5558987" y="6448565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저장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9" name="사각형: 둥근 모서리 100"/>
          <p:cNvSpPr/>
          <p:nvPr/>
        </p:nvSpPr>
        <p:spPr>
          <a:xfrm>
            <a:off x="4681977" y="6468984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삭제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95" name="타원 94"/>
          <p:cNvSpPr/>
          <p:nvPr/>
        </p:nvSpPr>
        <p:spPr>
          <a:xfrm>
            <a:off x="3296687" y="548680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13" y="4747748"/>
            <a:ext cx="4583533" cy="1561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직사각형 71"/>
          <p:cNvSpPr/>
          <p:nvPr/>
        </p:nvSpPr>
        <p:spPr>
          <a:xfrm>
            <a:off x="3507247" y="3307932"/>
            <a:ext cx="1208769" cy="1792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답변여부</a:t>
            </a:r>
            <a:endParaRPr lang="ko-KR" altLang="en-US" sz="1050" b="1" dirty="0"/>
          </a:p>
        </p:txBody>
      </p:sp>
      <p:sp>
        <p:nvSpPr>
          <p:cNvPr id="73" name="직사각형 72"/>
          <p:cNvSpPr/>
          <p:nvPr/>
        </p:nvSpPr>
        <p:spPr>
          <a:xfrm>
            <a:off x="4750153" y="3288842"/>
            <a:ext cx="1495283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>
                <a:solidFill>
                  <a:schemeClr val="tx1"/>
                </a:solidFill>
              </a:rPr>
              <a:t>답변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/</a:t>
            </a:r>
            <a:r>
              <a:rPr lang="ko-KR" altLang="en-US" sz="1200" b="1" dirty="0" err="1" smtClean="0">
                <a:solidFill>
                  <a:schemeClr val="tx1"/>
                </a:solidFill>
              </a:rPr>
              <a:t>미답변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74" name="이등변 삼각형 73"/>
          <p:cNvSpPr/>
          <p:nvPr/>
        </p:nvSpPr>
        <p:spPr>
          <a:xfrm rot="10800000">
            <a:off x="6113445" y="3359263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/>
          <p:cNvSpPr/>
          <p:nvPr/>
        </p:nvSpPr>
        <p:spPr>
          <a:xfrm>
            <a:off x="467544" y="3307931"/>
            <a:ext cx="1208769" cy="1792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구분</a:t>
            </a:r>
            <a:endParaRPr lang="ko-KR" altLang="en-US" sz="1050" b="1" dirty="0"/>
          </a:p>
        </p:txBody>
      </p:sp>
      <p:sp>
        <p:nvSpPr>
          <p:cNvPr id="78" name="직사각형 77"/>
          <p:cNvSpPr/>
          <p:nvPr/>
        </p:nvSpPr>
        <p:spPr>
          <a:xfrm>
            <a:off x="1710450" y="3288841"/>
            <a:ext cx="1495283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광고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/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일반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79" name="이등변 삼각형 78"/>
          <p:cNvSpPr/>
          <p:nvPr/>
        </p:nvSpPr>
        <p:spPr>
          <a:xfrm rot="10800000">
            <a:off x="3073742" y="3359262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/>
          <p:cNvSpPr/>
          <p:nvPr/>
        </p:nvSpPr>
        <p:spPr>
          <a:xfrm>
            <a:off x="453667" y="3528476"/>
            <a:ext cx="1208769" cy="1792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 smtClean="0"/>
              <a:t>이메일</a:t>
            </a:r>
            <a:endParaRPr lang="ko-KR" altLang="en-US" sz="1050" b="1" dirty="0"/>
          </a:p>
        </p:txBody>
      </p:sp>
      <p:sp>
        <p:nvSpPr>
          <p:cNvPr id="83" name="직사각형 82"/>
          <p:cNvSpPr/>
          <p:nvPr/>
        </p:nvSpPr>
        <p:spPr>
          <a:xfrm>
            <a:off x="1696573" y="3514186"/>
            <a:ext cx="4563273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4" name="직사각형 83"/>
          <p:cNvSpPr/>
          <p:nvPr/>
        </p:nvSpPr>
        <p:spPr>
          <a:xfrm>
            <a:off x="459757" y="3762126"/>
            <a:ext cx="1208769" cy="1792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제목</a:t>
            </a:r>
            <a:endParaRPr lang="ko-KR" altLang="en-US" sz="1050" b="1" dirty="0"/>
          </a:p>
        </p:txBody>
      </p:sp>
      <p:sp>
        <p:nvSpPr>
          <p:cNvPr id="85" name="직사각형 84"/>
          <p:cNvSpPr/>
          <p:nvPr/>
        </p:nvSpPr>
        <p:spPr>
          <a:xfrm>
            <a:off x="1702663" y="3747836"/>
            <a:ext cx="4563273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90" name="직사각형 89"/>
          <p:cNvSpPr/>
          <p:nvPr/>
        </p:nvSpPr>
        <p:spPr>
          <a:xfrm>
            <a:off x="459756" y="4005064"/>
            <a:ext cx="1208769" cy="68887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문의내용</a:t>
            </a:r>
            <a:endParaRPr lang="ko-KR" altLang="en-US" sz="1050" b="1" dirty="0"/>
          </a:p>
        </p:txBody>
      </p:sp>
      <p:sp>
        <p:nvSpPr>
          <p:cNvPr id="93" name="직사각형 92"/>
          <p:cNvSpPr/>
          <p:nvPr/>
        </p:nvSpPr>
        <p:spPr>
          <a:xfrm>
            <a:off x="1702662" y="3990774"/>
            <a:ext cx="4563273" cy="7031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94" name="직사각형 93"/>
          <p:cNvSpPr/>
          <p:nvPr/>
        </p:nvSpPr>
        <p:spPr>
          <a:xfrm>
            <a:off x="457483" y="4747748"/>
            <a:ext cx="1208769" cy="1561571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답변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pic>
        <p:nvPicPr>
          <p:cNvPr id="10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13" y="903713"/>
            <a:ext cx="2280860" cy="210248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984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차트 6"/>
          <p:cNvGraphicFramePr/>
          <p:nvPr>
            <p:extLst>
              <p:ext uri="{D42A27DB-BD31-4B8C-83A1-F6EECF244321}">
                <p14:modId xmlns:p14="http://schemas.microsoft.com/office/powerpoint/2010/main" val="916450477"/>
              </p:ext>
            </p:extLst>
          </p:nvPr>
        </p:nvGraphicFramePr>
        <p:xfrm>
          <a:off x="1928794" y="1136120"/>
          <a:ext cx="5286412" cy="4110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직사각형 7"/>
          <p:cNvSpPr/>
          <p:nvPr/>
        </p:nvSpPr>
        <p:spPr>
          <a:xfrm>
            <a:off x="3595322" y="2857496"/>
            <a:ext cx="19800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HY헤드라인M" panose="02030600000101010101" pitchFamily="18" charset="-127"/>
              </a:rPr>
              <a:t>게시판관리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4" y="6628102"/>
            <a:ext cx="9143546" cy="2298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7183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808776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일반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smtClean="0"/>
                        <a:t>갤러리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682883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게시판관리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게시판목록관리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49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645790"/>
              </p:ext>
            </p:extLst>
          </p:nvPr>
        </p:nvGraphicFramePr>
        <p:xfrm>
          <a:off x="314189" y="476672"/>
          <a:ext cx="6058012" cy="1152129"/>
        </p:xfrm>
        <a:graphic>
          <a:graphicData uri="http://schemas.openxmlformats.org/drawingml/2006/table">
            <a:tbl>
              <a:tblPr/>
              <a:tblGrid>
                <a:gridCol w="325948"/>
                <a:gridCol w="1257503"/>
                <a:gridCol w="545634"/>
                <a:gridCol w="443442"/>
                <a:gridCol w="545634"/>
                <a:gridCol w="443442"/>
                <a:gridCol w="636876"/>
                <a:gridCol w="1859533"/>
              </a:tblGrid>
              <a:tr h="2904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번호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게시판명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게시판유형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댓글허용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파일업로드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게시물수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등록일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게시판주소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8722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자료실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일반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허용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허용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34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2016-12-12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/board/</a:t>
                      </a:r>
                      <a:r>
                        <a:rPr kumimoji="0" lang="en-US" altLang="ko-KR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board_list.jspx?brd_mng_no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=2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22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공지사항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갤러리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22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3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질문과답변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" name="사각형: 둥근 모서리 73"/>
          <p:cNvSpPr/>
          <p:nvPr/>
        </p:nvSpPr>
        <p:spPr>
          <a:xfrm>
            <a:off x="387485" y="2338106"/>
            <a:ext cx="5984715" cy="962526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395536" y="2076496"/>
            <a:ext cx="956662" cy="261610"/>
            <a:chOff x="395536" y="3023374"/>
            <a:chExt cx="956662" cy="261610"/>
          </a:xfrm>
        </p:grpSpPr>
        <p:sp>
          <p:nvSpPr>
            <p:cNvPr id="71" name="직사각형 70"/>
            <p:cNvSpPr/>
            <p:nvPr/>
          </p:nvSpPr>
          <p:spPr>
            <a:xfrm>
              <a:off x="395536" y="3083852"/>
              <a:ext cx="47625" cy="17383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62211" y="3023374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 smtClean="0">
                  <a:solidFill>
                    <a:schemeClr val="accent1">
                      <a:lumMod val="75000"/>
                    </a:schemeClr>
                  </a:solidFill>
                </a:rPr>
                <a:t>게시판상세</a:t>
              </a:r>
              <a:endParaRPr lang="ko-KR" altLang="en-US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80" name="직사각형 79"/>
          <p:cNvSpPr/>
          <p:nvPr/>
        </p:nvSpPr>
        <p:spPr>
          <a:xfrm>
            <a:off x="467544" y="2450826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등록일자</a:t>
            </a:r>
            <a:endParaRPr lang="ko-KR" altLang="en-US" sz="1050" b="1" dirty="0"/>
          </a:p>
        </p:txBody>
      </p:sp>
      <p:sp>
        <p:nvSpPr>
          <p:cNvPr id="82" name="직사각형 81"/>
          <p:cNvSpPr/>
          <p:nvPr/>
        </p:nvSpPr>
        <p:spPr>
          <a:xfrm>
            <a:off x="1686515" y="2450826"/>
            <a:ext cx="1779826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6" name="직사각형 85"/>
          <p:cNvSpPr/>
          <p:nvPr/>
        </p:nvSpPr>
        <p:spPr>
          <a:xfrm>
            <a:off x="3502080" y="2450826"/>
            <a:ext cx="1208769" cy="1792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등록자</a:t>
            </a:r>
            <a:endParaRPr lang="ko-KR" altLang="en-US" sz="1050" b="1" dirty="0"/>
          </a:p>
        </p:txBody>
      </p:sp>
      <p:sp>
        <p:nvSpPr>
          <p:cNvPr id="87" name="직사각형 86"/>
          <p:cNvSpPr/>
          <p:nvPr/>
        </p:nvSpPr>
        <p:spPr>
          <a:xfrm>
            <a:off x="4744986" y="2436536"/>
            <a:ext cx="1495283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8" name="사각형: 둥근 모서리 100"/>
          <p:cNvSpPr/>
          <p:nvPr/>
        </p:nvSpPr>
        <p:spPr>
          <a:xfrm>
            <a:off x="5609099" y="3424229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저장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9" name="사각형: 둥근 모서리 100"/>
          <p:cNvSpPr/>
          <p:nvPr/>
        </p:nvSpPr>
        <p:spPr>
          <a:xfrm>
            <a:off x="4732089" y="3444648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삭제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699465" y="2680347"/>
            <a:ext cx="1766876" cy="18786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50" name="직사각형 49"/>
          <p:cNvSpPr/>
          <p:nvPr/>
        </p:nvSpPr>
        <p:spPr>
          <a:xfrm>
            <a:off x="467544" y="2677379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게시판명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752730" y="2680347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일반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/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갤러리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3515032" y="2677747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게시판유형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56" name="이등변 삼각형 55"/>
          <p:cNvSpPr/>
          <p:nvPr/>
        </p:nvSpPr>
        <p:spPr>
          <a:xfrm rot="10800000">
            <a:off x="6121230" y="2726839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467544" y="2916115"/>
            <a:ext cx="1208769" cy="212873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파일업로</a:t>
            </a:r>
            <a:r>
              <a:rPr lang="ko-KR" altLang="en-US" sz="1050" b="1" dirty="0">
                <a:solidFill>
                  <a:schemeClr val="bg1"/>
                </a:solidFill>
              </a:rPr>
              <a:t>드</a:t>
            </a:r>
          </a:p>
        </p:txBody>
      </p:sp>
      <p:sp>
        <p:nvSpPr>
          <p:cNvPr id="68" name="타원 67"/>
          <p:cNvSpPr/>
          <p:nvPr/>
        </p:nvSpPr>
        <p:spPr>
          <a:xfrm>
            <a:off x="1715018" y="2935908"/>
            <a:ext cx="144016" cy="1621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/>
          <p:cNvSpPr txBox="1"/>
          <p:nvPr/>
        </p:nvSpPr>
        <p:spPr>
          <a:xfrm>
            <a:off x="1829636" y="2871733"/>
            <a:ext cx="605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허</a:t>
            </a:r>
            <a:r>
              <a:rPr lang="ko-KR" altLang="en-US" sz="1200" b="1" dirty="0"/>
              <a:t>용</a:t>
            </a:r>
          </a:p>
        </p:txBody>
      </p:sp>
      <p:sp>
        <p:nvSpPr>
          <p:cNvPr id="70" name="타원 69"/>
          <p:cNvSpPr/>
          <p:nvPr/>
        </p:nvSpPr>
        <p:spPr>
          <a:xfrm>
            <a:off x="2505899" y="2942426"/>
            <a:ext cx="144016" cy="1621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2646279" y="2874933"/>
            <a:ext cx="605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차단</a:t>
            </a:r>
            <a:endParaRPr lang="ko-KR" altLang="en-US" sz="1200" b="1" dirty="0"/>
          </a:p>
        </p:txBody>
      </p:sp>
      <p:sp>
        <p:nvSpPr>
          <p:cNvPr id="92" name="타원 91"/>
          <p:cNvSpPr/>
          <p:nvPr/>
        </p:nvSpPr>
        <p:spPr>
          <a:xfrm>
            <a:off x="6253221" y="2688099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96" name="사각형: 둥근 모서리 100"/>
          <p:cNvSpPr/>
          <p:nvPr/>
        </p:nvSpPr>
        <p:spPr>
          <a:xfrm>
            <a:off x="5566274" y="1704926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신규등록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278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27559"/>
              </p:ext>
            </p:extLst>
          </p:nvPr>
        </p:nvGraphicFramePr>
        <p:xfrm>
          <a:off x="6660232" y="404664"/>
          <a:ext cx="2304256" cy="3727732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게시판선택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게시판선택 시 자동 변경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게시판유형이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갤러리인경우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표시하고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번 닫음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일반유형인 경우 열고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번 닫음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자료실일경우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자료 구분 활성화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705835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게시판관리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게시글관리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49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046612"/>
              </p:ext>
            </p:extLst>
          </p:nvPr>
        </p:nvGraphicFramePr>
        <p:xfrm>
          <a:off x="378978" y="1340768"/>
          <a:ext cx="6131303" cy="959209"/>
        </p:xfrm>
        <a:graphic>
          <a:graphicData uri="http://schemas.openxmlformats.org/drawingml/2006/table">
            <a:tbl>
              <a:tblPr/>
              <a:tblGrid>
                <a:gridCol w="610350"/>
                <a:gridCol w="990384"/>
                <a:gridCol w="2520280"/>
                <a:gridCol w="792088"/>
                <a:gridCol w="648072"/>
                <a:gridCol w="570129"/>
              </a:tblGrid>
              <a:tr h="2418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번호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게시판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제목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등록일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등록자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조회수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공지사항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메인화면에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 쓰는 배너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2013.10.10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홍길동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자료실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3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337434" y="548680"/>
            <a:ext cx="6182618" cy="666451"/>
            <a:chOff x="337434" y="890341"/>
            <a:chExt cx="6182618" cy="666451"/>
          </a:xfrm>
        </p:grpSpPr>
        <p:sp>
          <p:nvSpPr>
            <p:cNvPr id="34" name="직사각형 33"/>
            <p:cNvSpPr/>
            <p:nvPr/>
          </p:nvSpPr>
          <p:spPr>
            <a:xfrm>
              <a:off x="337434" y="908720"/>
              <a:ext cx="6182618" cy="6480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337434" y="890341"/>
              <a:ext cx="6174968" cy="561281"/>
              <a:chOff x="260086" y="5618711"/>
              <a:chExt cx="7388860" cy="561281"/>
            </a:xfrm>
          </p:grpSpPr>
          <p:cxnSp>
            <p:nvCxnSpPr>
              <p:cNvPr id="36" name="직선 연결선 35"/>
              <p:cNvCxnSpPr/>
              <p:nvPr/>
            </p:nvCxnSpPr>
            <p:spPr>
              <a:xfrm>
                <a:off x="260086" y="5618711"/>
                <a:ext cx="738886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직사각형 42"/>
              <p:cNvSpPr/>
              <p:nvPr/>
            </p:nvSpPr>
            <p:spPr>
              <a:xfrm>
                <a:off x="415758" y="5736885"/>
                <a:ext cx="1387641" cy="188237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 smtClean="0"/>
                  <a:t>게시판</a:t>
                </a:r>
                <a:endParaRPr lang="ko-KR" altLang="en-US" sz="1050" b="1" dirty="0"/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1844270" y="5727360"/>
                <a:ext cx="1933980" cy="1882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smtClean="0">
                    <a:solidFill>
                      <a:schemeClr val="tx1"/>
                    </a:solidFill>
                  </a:rPr>
                  <a:t>선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택</a:t>
                </a: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409575" y="5991756"/>
                <a:ext cx="1393824" cy="18823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/>
                  <a:t>등록일</a:t>
                </a:r>
              </a:p>
            </p:txBody>
          </p:sp>
          <p:sp>
            <p:nvSpPr>
              <p:cNvPr id="47" name="이등변 삼각형 46"/>
              <p:cNvSpPr/>
              <p:nvPr/>
            </p:nvSpPr>
            <p:spPr>
              <a:xfrm rot="10800000">
                <a:off x="3565727" y="5781106"/>
                <a:ext cx="133348" cy="95252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12" y="2364226"/>
            <a:ext cx="4039772" cy="272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" name="사각형: 둥근 모서리 100"/>
          <p:cNvSpPr/>
          <p:nvPr/>
        </p:nvSpPr>
        <p:spPr>
          <a:xfrm>
            <a:off x="5706839" y="2380051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신규등록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2" name="사각형: 둥근 모서리 73"/>
          <p:cNvSpPr/>
          <p:nvPr/>
        </p:nvSpPr>
        <p:spPr>
          <a:xfrm>
            <a:off x="387485" y="2898522"/>
            <a:ext cx="5984715" cy="348280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1691680" y="3729933"/>
            <a:ext cx="4553756" cy="1856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53" name="직사각형 52"/>
          <p:cNvSpPr/>
          <p:nvPr/>
        </p:nvSpPr>
        <p:spPr>
          <a:xfrm>
            <a:off x="459759" y="3744819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제목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395536" y="2636912"/>
            <a:ext cx="956662" cy="261610"/>
            <a:chOff x="395536" y="3023374"/>
            <a:chExt cx="956662" cy="261610"/>
          </a:xfrm>
        </p:grpSpPr>
        <p:sp>
          <p:nvSpPr>
            <p:cNvPr id="71" name="직사각형 70"/>
            <p:cNvSpPr/>
            <p:nvPr/>
          </p:nvSpPr>
          <p:spPr>
            <a:xfrm>
              <a:off x="395536" y="3083852"/>
              <a:ext cx="47625" cy="17383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62211" y="3023374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 smtClean="0">
                  <a:solidFill>
                    <a:schemeClr val="accent1">
                      <a:lumMod val="75000"/>
                    </a:schemeClr>
                  </a:solidFill>
                </a:rPr>
                <a:t>게시물상세</a:t>
              </a:r>
              <a:endParaRPr lang="ko-KR" altLang="en-US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80" name="직사각형 79"/>
          <p:cNvSpPr/>
          <p:nvPr/>
        </p:nvSpPr>
        <p:spPr>
          <a:xfrm>
            <a:off x="467544" y="3011242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등록일자</a:t>
            </a:r>
            <a:endParaRPr lang="ko-KR" altLang="en-US" sz="1050" b="1" dirty="0"/>
          </a:p>
        </p:txBody>
      </p:sp>
      <p:sp>
        <p:nvSpPr>
          <p:cNvPr id="82" name="직사각형 81"/>
          <p:cNvSpPr/>
          <p:nvPr/>
        </p:nvSpPr>
        <p:spPr>
          <a:xfrm>
            <a:off x="1686515" y="3011242"/>
            <a:ext cx="1779826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6" name="직사각형 85"/>
          <p:cNvSpPr/>
          <p:nvPr/>
        </p:nvSpPr>
        <p:spPr>
          <a:xfrm>
            <a:off x="3502080" y="3011242"/>
            <a:ext cx="1208769" cy="1792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등록자</a:t>
            </a:r>
            <a:endParaRPr lang="ko-KR" altLang="en-US" sz="1050" b="1" dirty="0"/>
          </a:p>
        </p:txBody>
      </p:sp>
      <p:sp>
        <p:nvSpPr>
          <p:cNvPr id="87" name="직사각형 86"/>
          <p:cNvSpPr/>
          <p:nvPr/>
        </p:nvSpPr>
        <p:spPr>
          <a:xfrm>
            <a:off x="4744986" y="2996952"/>
            <a:ext cx="1495283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8" name="사각형: 둥근 모서리 100"/>
          <p:cNvSpPr/>
          <p:nvPr/>
        </p:nvSpPr>
        <p:spPr>
          <a:xfrm>
            <a:off x="5558987" y="6448565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수정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9" name="사각형: 둥근 모서리 100"/>
          <p:cNvSpPr/>
          <p:nvPr/>
        </p:nvSpPr>
        <p:spPr>
          <a:xfrm>
            <a:off x="4681977" y="6468984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삭제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95" name="타원 94"/>
          <p:cNvSpPr/>
          <p:nvPr/>
        </p:nvSpPr>
        <p:spPr>
          <a:xfrm>
            <a:off x="3296687" y="548680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126" y="4707131"/>
            <a:ext cx="4561720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" name="직사각형 112"/>
          <p:cNvSpPr/>
          <p:nvPr/>
        </p:nvSpPr>
        <p:spPr>
          <a:xfrm>
            <a:off x="1692288" y="3253665"/>
            <a:ext cx="1768885" cy="167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공지사항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454590" y="3253665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게시판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115" name="이등변 삼각형 114"/>
          <p:cNvSpPr/>
          <p:nvPr/>
        </p:nvSpPr>
        <p:spPr>
          <a:xfrm rot="10800000">
            <a:off x="3289662" y="3300157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4" t="74900"/>
          <a:stretch/>
        </p:blipFill>
        <p:spPr bwMode="auto">
          <a:xfrm>
            <a:off x="1691680" y="4005064"/>
            <a:ext cx="4544536" cy="260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" name="직사각형 121"/>
          <p:cNvSpPr/>
          <p:nvPr/>
        </p:nvSpPr>
        <p:spPr>
          <a:xfrm>
            <a:off x="443369" y="4029780"/>
            <a:ext cx="1208769" cy="605343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이미지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1698126" y="4265642"/>
            <a:ext cx="4555094" cy="369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사진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51520" y="4005064"/>
            <a:ext cx="6260882" cy="70206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타원 130"/>
          <p:cNvSpPr/>
          <p:nvPr/>
        </p:nvSpPr>
        <p:spPr>
          <a:xfrm>
            <a:off x="155590" y="4135353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32" name="직사각형 131"/>
          <p:cNvSpPr/>
          <p:nvPr/>
        </p:nvSpPr>
        <p:spPr>
          <a:xfrm>
            <a:off x="440397" y="4724847"/>
            <a:ext cx="1208769" cy="9183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내용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pic>
        <p:nvPicPr>
          <p:cNvPr id="7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57" y="906904"/>
            <a:ext cx="2280860" cy="210248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0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4" t="74900"/>
          <a:stretch/>
        </p:blipFill>
        <p:spPr bwMode="auto">
          <a:xfrm>
            <a:off x="1691680" y="5665859"/>
            <a:ext cx="4544536" cy="260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" name="직사각형 106"/>
          <p:cNvSpPr/>
          <p:nvPr/>
        </p:nvSpPr>
        <p:spPr>
          <a:xfrm>
            <a:off x="443369" y="5690575"/>
            <a:ext cx="1208769" cy="605343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첨부파일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1692288" y="5926437"/>
            <a:ext cx="4555094" cy="369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첨부파일 목록</a:t>
            </a:r>
            <a:endParaRPr lang="ko-KR" altLang="en-US" dirty="0"/>
          </a:p>
        </p:txBody>
      </p:sp>
      <p:sp>
        <p:nvSpPr>
          <p:cNvPr id="119" name="직사각형 118"/>
          <p:cNvSpPr/>
          <p:nvPr/>
        </p:nvSpPr>
        <p:spPr>
          <a:xfrm>
            <a:off x="3502079" y="3258162"/>
            <a:ext cx="1208769" cy="1792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</a:rPr>
              <a:t>게시판유형</a:t>
            </a:r>
            <a:endParaRPr lang="ko-KR" altLang="en-US" sz="1050" b="1" dirty="0"/>
          </a:p>
        </p:txBody>
      </p:sp>
      <p:sp>
        <p:nvSpPr>
          <p:cNvPr id="120" name="직사각형 119"/>
          <p:cNvSpPr/>
          <p:nvPr/>
        </p:nvSpPr>
        <p:spPr>
          <a:xfrm>
            <a:off x="4744985" y="3243872"/>
            <a:ext cx="1495283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>
                <a:solidFill>
                  <a:schemeClr val="tx1"/>
                </a:solidFill>
              </a:rPr>
              <a:t>일반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/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갤러리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23" name="타원 122"/>
          <p:cNvSpPr/>
          <p:nvPr/>
        </p:nvSpPr>
        <p:spPr>
          <a:xfrm>
            <a:off x="4541957" y="3157364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27" name="이등변 삼각형 126"/>
          <p:cNvSpPr/>
          <p:nvPr/>
        </p:nvSpPr>
        <p:spPr>
          <a:xfrm rot="10800000">
            <a:off x="6057724" y="3300158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/>
          <p:cNvSpPr/>
          <p:nvPr/>
        </p:nvSpPr>
        <p:spPr>
          <a:xfrm>
            <a:off x="249401" y="4723761"/>
            <a:ext cx="6260882" cy="165756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타원 132"/>
          <p:cNvSpPr/>
          <p:nvPr/>
        </p:nvSpPr>
        <p:spPr>
          <a:xfrm>
            <a:off x="153471" y="4854050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54" name="직사각형 53"/>
          <p:cNvSpPr/>
          <p:nvPr/>
        </p:nvSpPr>
        <p:spPr>
          <a:xfrm>
            <a:off x="1698370" y="3482460"/>
            <a:ext cx="1768885" cy="167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법</a:t>
            </a:r>
            <a:r>
              <a:rPr lang="ko-KR" altLang="en-US" sz="1200" b="1" dirty="0">
                <a:solidFill>
                  <a:schemeClr val="tx1"/>
                </a:solidFill>
              </a:rPr>
              <a:t>령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60672" y="3482460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자</a:t>
            </a:r>
            <a:r>
              <a:rPr lang="ko-KR" altLang="en-US" sz="1050" b="1" dirty="0">
                <a:solidFill>
                  <a:schemeClr val="bg1"/>
                </a:solidFill>
              </a:rPr>
              <a:t>료</a:t>
            </a:r>
            <a:r>
              <a:rPr lang="ko-KR" altLang="en-US" sz="1050" b="1" dirty="0" smtClean="0">
                <a:solidFill>
                  <a:schemeClr val="bg1"/>
                </a:solidFill>
              </a:rPr>
              <a:t>구분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56" name="이등변 삼각형 55"/>
          <p:cNvSpPr/>
          <p:nvPr/>
        </p:nvSpPr>
        <p:spPr>
          <a:xfrm rot="10800000">
            <a:off x="3295744" y="3528952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/>
          <p:cNvSpPr/>
          <p:nvPr/>
        </p:nvSpPr>
        <p:spPr>
          <a:xfrm>
            <a:off x="2874361" y="3482460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629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576537"/>
              </p:ext>
            </p:extLst>
          </p:nvPr>
        </p:nvGraphicFramePr>
        <p:xfrm>
          <a:off x="6660232" y="404664"/>
          <a:ext cx="2304256" cy="374949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게시판선택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선택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err="1" smtClean="0"/>
                        <a:t>미지정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smtClean="0"/>
                        <a:t>공지전체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smtClean="0"/>
                        <a:t>홈페이지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smtClean="0"/>
                        <a:t>온라인교육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미지정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전체공지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홈페이지공지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온라인교육공지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783144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게시판관리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공지관리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49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999720"/>
              </p:ext>
            </p:extLst>
          </p:nvPr>
        </p:nvGraphicFramePr>
        <p:xfrm>
          <a:off x="378978" y="1340768"/>
          <a:ext cx="6131303" cy="959209"/>
        </p:xfrm>
        <a:graphic>
          <a:graphicData uri="http://schemas.openxmlformats.org/drawingml/2006/table">
            <a:tbl>
              <a:tblPr/>
              <a:tblGrid>
                <a:gridCol w="610350"/>
                <a:gridCol w="990384"/>
                <a:gridCol w="2520280"/>
                <a:gridCol w="792088"/>
                <a:gridCol w="648072"/>
                <a:gridCol w="570129"/>
              </a:tblGrid>
              <a:tr h="2418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번호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게시판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제목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등록일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등록자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조회수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공지사항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메인화면에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 쓰는 배너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2013.10.10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홍길동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자료실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3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337434" y="548680"/>
            <a:ext cx="6182618" cy="666451"/>
            <a:chOff x="337434" y="890341"/>
            <a:chExt cx="6182618" cy="666451"/>
          </a:xfrm>
        </p:grpSpPr>
        <p:sp>
          <p:nvSpPr>
            <p:cNvPr id="34" name="직사각형 33"/>
            <p:cNvSpPr/>
            <p:nvPr/>
          </p:nvSpPr>
          <p:spPr>
            <a:xfrm>
              <a:off x="337434" y="908720"/>
              <a:ext cx="6182618" cy="6480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337434" y="890341"/>
              <a:ext cx="6174968" cy="561281"/>
              <a:chOff x="260086" y="5618711"/>
              <a:chExt cx="7388860" cy="561281"/>
            </a:xfrm>
          </p:grpSpPr>
          <p:cxnSp>
            <p:nvCxnSpPr>
              <p:cNvPr id="36" name="직선 연결선 35"/>
              <p:cNvCxnSpPr/>
              <p:nvPr/>
            </p:nvCxnSpPr>
            <p:spPr>
              <a:xfrm>
                <a:off x="260086" y="5618711"/>
                <a:ext cx="738886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직사각형 42"/>
              <p:cNvSpPr/>
              <p:nvPr/>
            </p:nvSpPr>
            <p:spPr>
              <a:xfrm>
                <a:off x="415758" y="5736885"/>
                <a:ext cx="1387641" cy="188237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 smtClean="0"/>
                  <a:t>게시판</a:t>
                </a:r>
                <a:endParaRPr lang="ko-KR" altLang="en-US" sz="1050" b="1" dirty="0"/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1844270" y="5727360"/>
                <a:ext cx="1933980" cy="1882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smtClean="0">
                    <a:solidFill>
                      <a:schemeClr val="tx1"/>
                    </a:solidFill>
                  </a:rPr>
                  <a:t>선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택</a:t>
                </a: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409575" y="5991756"/>
                <a:ext cx="1393824" cy="18823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/>
                  <a:t>등록일</a:t>
                </a:r>
              </a:p>
            </p:txBody>
          </p:sp>
          <p:sp>
            <p:nvSpPr>
              <p:cNvPr id="47" name="이등변 삼각형 46"/>
              <p:cNvSpPr/>
              <p:nvPr/>
            </p:nvSpPr>
            <p:spPr>
              <a:xfrm rot="10800000">
                <a:off x="3565727" y="5781106"/>
                <a:ext cx="133348" cy="95252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12" y="2364226"/>
            <a:ext cx="4039772" cy="272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사각형: 둥근 모서리 73"/>
          <p:cNvSpPr/>
          <p:nvPr/>
        </p:nvSpPr>
        <p:spPr>
          <a:xfrm>
            <a:off x="387485" y="2898522"/>
            <a:ext cx="5984715" cy="342644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395536" y="2636912"/>
            <a:ext cx="956662" cy="261610"/>
            <a:chOff x="395536" y="3023374"/>
            <a:chExt cx="956662" cy="261610"/>
          </a:xfrm>
        </p:grpSpPr>
        <p:sp>
          <p:nvSpPr>
            <p:cNvPr id="71" name="직사각형 70"/>
            <p:cNvSpPr/>
            <p:nvPr/>
          </p:nvSpPr>
          <p:spPr>
            <a:xfrm>
              <a:off x="395536" y="3083852"/>
              <a:ext cx="47625" cy="17383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62211" y="3023374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 smtClean="0">
                  <a:solidFill>
                    <a:schemeClr val="accent1">
                      <a:lumMod val="75000"/>
                    </a:schemeClr>
                  </a:solidFill>
                </a:rPr>
                <a:t>게시물상세</a:t>
              </a:r>
              <a:endParaRPr lang="ko-KR" altLang="en-US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80" name="직사각형 79"/>
          <p:cNvSpPr/>
          <p:nvPr/>
        </p:nvSpPr>
        <p:spPr>
          <a:xfrm>
            <a:off x="467544" y="3011242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등록일자</a:t>
            </a:r>
            <a:endParaRPr lang="ko-KR" altLang="en-US" sz="1050" b="1" dirty="0"/>
          </a:p>
        </p:txBody>
      </p:sp>
      <p:sp>
        <p:nvSpPr>
          <p:cNvPr id="82" name="직사각형 81"/>
          <p:cNvSpPr/>
          <p:nvPr/>
        </p:nvSpPr>
        <p:spPr>
          <a:xfrm>
            <a:off x="1686515" y="3011242"/>
            <a:ext cx="1779826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6" name="직사각형 85"/>
          <p:cNvSpPr/>
          <p:nvPr/>
        </p:nvSpPr>
        <p:spPr>
          <a:xfrm>
            <a:off x="3502080" y="3011242"/>
            <a:ext cx="1208769" cy="1792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등록자</a:t>
            </a:r>
            <a:endParaRPr lang="ko-KR" altLang="en-US" sz="1050" b="1" dirty="0"/>
          </a:p>
        </p:txBody>
      </p:sp>
      <p:sp>
        <p:nvSpPr>
          <p:cNvPr id="87" name="직사각형 86"/>
          <p:cNvSpPr/>
          <p:nvPr/>
        </p:nvSpPr>
        <p:spPr>
          <a:xfrm>
            <a:off x="4744986" y="2996952"/>
            <a:ext cx="1495283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8" name="사각형: 둥근 모서리 100"/>
          <p:cNvSpPr/>
          <p:nvPr/>
        </p:nvSpPr>
        <p:spPr>
          <a:xfrm>
            <a:off x="5558987" y="6389127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저장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pic>
        <p:nvPicPr>
          <p:cNvPr id="7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57" y="906904"/>
            <a:ext cx="2280860" cy="210248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0" name="직사각형 49"/>
          <p:cNvSpPr/>
          <p:nvPr/>
        </p:nvSpPr>
        <p:spPr>
          <a:xfrm>
            <a:off x="3362382" y="664581"/>
            <a:ext cx="1159670" cy="18823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구분</a:t>
            </a:r>
            <a:endParaRPr lang="ko-KR" altLang="en-US" sz="1050" b="1" dirty="0"/>
          </a:p>
        </p:txBody>
      </p:sp>
      <p:sp>
        <p:nvSpPr>
          <p:cNvPr id="51" name="직사각형 50"/>
          <p:cNvSpPr/>
          <p:nvPr/>
        </p:nvSpPr>
        <p:spPr>
          <a:xfrm>
            <a:off x="4556031" y="666854"/>
            <a:ext cx="1616253" cy="1882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전체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미지정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4" name="이등변 삼각형 53"/>
          <p:cNvSpPr/>
          <p:nvPr/>
        </p:nvSpPr>
        <p:spPr>
          <a:xfrm rot="10800000">
            <a:off x="6006209" y="713578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/>
          <p:cNvSpPr/>
          <p:nvPr/>
        </p:nvSpPr>
        <p:spPr>
          <a:xfrm>
            <a:off x="3243074" y="533557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56" name="직사각형 55"/>
          <p:cNvSpPr/>
          <p:nvPr/>
        </p:nvSpPr>
        <p:spPr>
          <a:xfrm>
            <a:off x="467544" y="3237920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게시판</a:t>
            </a:r>
            <a:endParaRPr lang="ko-KR" altLang="en-US" sz="1050" b="1" dirty="0"/>
          </a:p>
        </p:txBody>
      </p:sp>
      <p:sp>
        <p:nvSpPr>
          <p:cNvPr id="57" name="직사각형 56"/>
          <p:cNvSpPr/>
          <p:nvPr/>
        </p:nvSpPr>
        <p:spPr>
          <a:xfrm>
            <a:off x="1686515" y="3237920"/>
            <a:ext cx="1779826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58" name="직사각형 57"/>
          <p:cNvSpPr/>
          <p:nvPr/>
        </p:nvSpPr>
        <p:spPr>
          <a:xfrm>
            <a:off x="472710" y="3943685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제목</a:t>
            </a:r>
            <a:endParaRPr lang="ko-KR" altLang="en-US" sz="1050" b="1" dirty="0"/>
          </a:p>
        </p:txBody>
      </p:sp>
      <p:sp>
        <p:nvSpPr>
          <p:cNvPr id="61" name="직사각형 60"/>
          <p:cNvSpPr/>
          <p:nvPr/>
        </p:nvSpPr>
        <p:spPr>
          <a:xfrm>
            <a:off x="1691680" y="3941373"/>
            <a:ext cx="4544536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62" name="직사각형 61"/>
          <p:cNvSpPr/>
          <p:nvPr/>
        </p:nvSpPr>
        <p:spPr>
          <a:xfrm>
            <a:off x="4739777" y="3237089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 smtClean="0">
                <a:solidFill>
                  <a:schemeClr val="tx1"/>
                </a:solidFill>
              </a:rPr>
              <a:t>미지정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3502079" y="3234489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공지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64" name="이등변 삼각형 63"/>
          <p:cNvSpPr/>
          <p:nvPr/>
        </p:nvSpPr>
        <p:spPr>
          <a:xfrm rot="10800000">
            <a:off x="6108277" y="3283581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467544" y="4166028"/>
            <a:ext cx="1188648" cy="9888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내용</a:t>
            </a:r>
            <a:endParaRPr lang="ko-KR" altLang="en-US" sz="1050" b="1" dirty="0"/>
          </a:p>
        </p:txBody>
      </p:sp>
      <p:sp>
        <p:nvSpPr>
          <p:cNvPr id="66" name="직사각형 65"/>
          <p:cNvSpPr/>
          <p:nvPr/>
        </p:nvSpPr>
        <p:spPr>
          <a:xfrm>
            <a:off x="1691680" y="4166028"/>
            <a:ext cx="4544536" cy="9888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67" name="직사각형 66"/>
          <p:cNvSpPr/>
          <p:nvPr/>
        </p:nvSpPr>
        <p:spPr>
          <a:xfrm>
            <a:off x="462364" y="5207708"/>
            <a:ext cx="1188648" cy="9888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첨부</a:t>
            </a:r>
            <a:endParaRPr lang="ko-KR" altLang="en-US" sz="1050" b="1" dirty="0"/>
          </a:p>
        </p:txBody>
      </p:sp>
      <p:sp>
        <p:nvSpPr>
          <p:cNvPr id="68" name="직사각형 67"/>
          <p:cNvSpPr/>
          <p:nvPr/>
        </p:nvSpPr>
        <p:spPr>
          <a:xfrm>
            <a:off x="1686500" y="5207708"/>
            <a:ext cx="4544536" cy="9888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72" name="직사각형 71"/>
          <p:cNvSpPr/>
          <p:nvPr/>
        </p:nvSpPr>
        <p:spPr>
          <a:xfrm>
            <a:off x="472710" y="3703576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게시기간</a:t>
            </a:r>
            <a:endParaRPr lang="ko-KR" altLang="en-US" sz="1050" b="1" dirty="0"/>
          </a:p>
        </p:txBody>
      </p:sp>
      <p:pic>
        <p:nvPicPr>
          <p:cNvPr id="7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703576"/>
            <a:ext cx="2280860" cy="210248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4" name="타원 73"/>
          <p:cNvSpPr/>
          <p:nvPr/>
        </p:nvSpPr>
        <p:spPr>
          <a:xfrm>
            <a:off x="6190356" y="573930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78" name="타원 77"/>
          <p:cNvSpPr/>
          <p:nvPr/>
        </p:nvSpPr>
        <p:spPr>
          <a:xfrm>
            <a:off x="4611509" y="3087455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79" name="직사각형 78"/>
          <p:cNvSpPr/>
          <p:nvPr/>
        </p:nvSpPr>
        <p:spPr>
          <a:xfrm>
            <a:off x="462364" y="3452338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지정일</a:t>
            </a:r>
            <a:endParaRPr lang="ko-KR" altLang="en-US" sz="1050" b="1" dirty="0"/>
          </a:p>
        </p:txBody>
      </p:sp>
      <p:sp>
        <p:nvSpPr>
          <p:cNvPr id="81" name="직사각형 80"/>
          <p:cNvSpPr/>
          <p:nvPr/>
        </p:nvSpPr>
        <p:spPr>
          <a:xfrm>
            <a:off x="1681335" y="3452338"/>
            <a:ext cx="1779826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3" name="직사각형 82"/>
          <p:cNvSpPr/>
          <p:nvPr/>
        </p:nvSpPr>
        <p:spPr>
          <a:xfrm>
            <a:off x="3496900" y="3452338"/>
            <a:ext cx="1208769" cy="1792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지정자</a:t>
            </a:r>
            <a:endParaRPr lang="ko-KR" altLang="en-US" sz="1050" b="1" dirty="0"/>
          </a:p>
        </p:txBody>
      </p:sp>
      <p:sp>
        <p:nvSpPr>
          <p:cNvPr id="84" name="직사각형 83"/>
          <p:cNvSpPr/>
          <p:nvPr/>
        </p:nvSpPr>
        <p:spPr>
          <a:xfrm>
            <a:off x="4739806" y="3438048"/>
            <a:ext cx="1495283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45545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357963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코드정보로 관리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217939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게시판관리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FAQ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관리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33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03884"/>
              </p:ext>
            </p:extLst>
          </p:nvPr>
        </p:nvGraphicFramePr>
        <p:xfrm>
          <a:off x="378978" y="1340768"/>
          <a:ext cx="6065230" cy="959209"/>
        </p:xfrm>
        <a:graphic>
          <a:graphicData uri="http://schemas.openxmlformats.org/drawingml/2006/table">
            <a:tbl>
              <a:tblPr/>
              <a:tblGrid>
                <a:gridCol w="665671"/>
                <a:gridCol w="863055"/>
                <a:gridCol w="2952328"/>
                <a:gridCol w="877364"/>
                <a:gridCol w="706812"/>
              </a:tblGrid>
              <a:tr h="2418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번호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카테고리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질문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등록일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등록자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질문입니다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.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2013.10.10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홍길동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3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12" y="2364226"/>
            <a:ext cx="4039772" cy="272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사각형: 둥근 모서리 100"/>
          <p:cNvSpPr/>
          <p:nvPr/>
        </p:nvSpPr>
        <p:spPr>
          <a:xfrm>
            <a:off x="5706839" y="2380051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신규등록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5" name="사각형: 둥근 모서리 73"/>
          <p:cNvSpPr/>
          <p:nvPr/>
        </p:nvSpPr>
        <p:spPr>
          <a:xfrm>
            <a:off x="387485" y="2898522"/>
            <a:ext cx="5984715" cy="2762726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1691680" y="3513909"/>
            <a:ext cx="4553756" cy="1856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47" name="직사각형 46"/>
          <p:cNvSpPr/>
          <p:nvPr/>
        </p:nvSpPr>
        <p:spPr>
          <a:xfrm>
            <a:off x="459759" y="3528795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질문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395536" y="2636912"/>
            <a:ext cx="815598" cy="261610"/>
            <a:chOff x="395536" y="3023374"/>
            <a:chExt cx="815598" cy="261610"/>
          </a:xfrm>
        </p:grpSpPr>
        <p:sp>
          <p:nvSpPr>
            <p:cNvPr id="54" name="직사각형 53"/>
            <p:cNvSpPr/>
            <p:nvPr/>
          </p:nvSpPr>
          <p:spPr>
            <a:xfrm>
              <a:off x="395536" y="3083852"/>
              <a:ext cx="47625" cy="17383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62211" y="3023374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 smtClean="0">
                  <a:solidFill>
                    <a:schemeClr val="accent1">
                      <a:lumMod val="75000"/>
                    </a:schemeClr>
                  </a:solidFill>
                </a:rPr>
                <a:t>FAQ</a:t>
              </a:r>
              <a:r>
                <a:rPr lang="ko-KR" altLang="en-US" sz="1100" b="1" dirty="0" smtClean="0">
                  <a:solidFill>
                    <a:schemeClr val="accent1">
                      <a:lumMod val="75000"/>
                    </a:schemeClr>
                  </a:solidFill>
                </a:rPr>
                <a:t>상세</a:t>
              </a:r>
              <a:endParaRPr lang="ko-KR" altLang="en-US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57" name="직사각형 56"/>
          <p:cNvSpPr/>
          <p:nvPr/>
        </p:nvSpPr>
        <p:spPr>
          <a:xfrm>
            <a:off x="467544" y="3011242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등록일자</a:t>
            </a:r>
            <a:endParaRPr lang="ko-KR" altLang="en-US" sz="1050" b="1" dirty="0"/>
          </a:p>
        </p:txBody>
      </p:sp>
      <p:sp>
        <p:nvSpPr>
          <p:cNvPr id="59" name="직사각형 58"/>
          <p:cNvSpPr/>
          <p:nvPr/>
        </p:nvSpPr>
        <p:spPr>
          <a:xfrm>
            <a:off x="1686515" y="3011242"/>
            <a:ext cx="1779826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61" name="직사각형 60"/>
          <p:cNvSpPr/>
          <p:nvPr/>
        </p:nvSpPr>
        <p:spPr>
          <a:xfrm>
            <a:off x="3502080" y="3011242"/>
            <a:ext cx="1208769" cy="1792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등록자</a:t>
            </a:r>
            <a:endParaRPr lang="ko-KR" altLang="en-US" sz="1050" b="1" dirty="0"/>
          </a:p>
        </p:txBody>
      </p:sp>
      <p:sp>
        <p:nvSpPr>
          <p:cNvPr id="62" name="직사각형 61"/>
          <p:cNvSpPr/>
          <p:nvPr/>
        </p:nvSpPr>
        <p:spPr>
          <a:xfrm>
            <a:off x="4744986" y="2996952"/>
            <a:ext cx="1495283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63" name="사각형: 둥근 모서리 100"/>
          <p:cNvSpPr/>
          <p:nvPr/>
        </p:nvSpPr>
        <p:spPr>
          <a:xfrm>
            <a:off x="5587859" y="5784845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수정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4" name="사각형: 둥근 모서리 100"/>
          <p:cNvSpPr/>
          <p:nvPr/>
        </p:nvSpPr>
        <p:spPr>
          <a:xfrm>
            <a:off x="4710849" y="5805264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삭제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pic>
        <p:nvPicPr>
          <p:cNvPr id="7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280" y="3789040"/>
            <a:ext cx="4561720" cy="1719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직사각형 73"/>
          <p:cNvSpPr/>
          <p:nvPr/>
        </p:nvSpPr>
        <p:spPr>
          <a:xfrm>
            <a:off x="1692288" y="3253665"/>
            <a:ext cx="1768885" cy="167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회원가입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454590" y="3253665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카테고</a:t>
            </a:r>
            <a:r>
              <a:rPr lang="ko-KR" altLang="en-US" sz="1050" b="1" dirty="0">
                <a:solidFill>
                  <a:schemeClr val="bg1"/>
                </a:solidFill>
              </a:rPr>
              <a:t>리</a:t>
            </a:r>
          </a:p>
        </p:txBody>
      </p:sp>
      <p:sp>
        <p:nvSpPr>
          <p:cNvPr id="78" name="이등변 삼각형 77"/>
          <p:cNvSpPr/>
          <p:nvPr/>
        </p:nvSpPr>
        <p:spPr>
          <a:xfrm rot="10800000">
            <a:off x="3289662" y="3300157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/>
          <p:cNvSpPr/>
          <p:nvPr/>
        </p:nvSpPr>
        <p:spPr>
          <a:xfrm>
            <a:off x="440397" y="3789040"/>
            <a:ext cx="1208769" cy="1719219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답변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4752730" y="3240763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사용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/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미사</a:t>
            </a:r>
            <a:r>
              <a:rPr lang="ko-KR" altLang="en-US" sz="1200" b="1" dirty="0">
                <a:solidFill>
                  <a:schemeClr val="tx1"/>
                </a:solidFill>
              </a:rPr>
              <a:t>용</a:t>
            </a:r>
          </a:p>
        </p:txBody>
      </p:sp>
      <p:sp>
        <p:nvSpPr>
          <p:cNvPr id="104" name="직사각형 103"/>
          <p:cNvSpPr/>
          <p:nvPr/>
        </p:nvSpPr>
        <p:spPr>
          <a:xfrm>
            <a:off x="3515032" y="3238163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사용여부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105" name="이등변 삼각형 104"/>
          <p:cNvSpPr/>
          <p:nvPr/>
        </p:nvSpPr>
        <p:spPr>
          <a:xfrm rot="10800000">
            <a:off x="6121230" y="3287255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6" name="그룹 105"/>
          <p:cNvGrpSpPr/>
          <p:nvPr/>
        </p:nvGrpSpPr>
        <p:grpSpPr>
          <a:xfrm>
            <a:off x="337434" y="548680"/>
            <a:ext cx="6182618" cy="666451"/>
            <a:chOff x="337434" y="890341"/>
            <a:chExt cx="6182618" cy="666451"/>
          </a:xfrm>
        </p:grpSpPr>
        <p:sp>
          <p:nvSpPr>
            <p:cNvPr id="107" name="직사각형 106"/>
            <p:cNvSpPr/>
            <p:nvPr/>
          </p:nvSpPr>
          <p:spPr>
            <a:xfrm>
              <a:off x="337434" y="908720"/>
              <a:ext cx="6182618" cy="6480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8" name="그룹 107"/>
            <p:cNvGrpSpPr/>
            <p:nvPr/>
          </p:nvGrpSpPr>
          <p:grpSpPr>
            <a:xfrm>
              <a:off x="337434" y="890341"/>
              <a:ext cx="6174968" cy="561281"/>
              <a:chOff x="260086" y="5618711"/>
              <a:chExt cx="7388860" cy="561281"/>
            </a:xfrm>
          </p:grpSpPr>
          <p:cxnSp>
            <p:nvCxnSpPr>
              <p:cNvPr id="109" name="직선 연결선 108"/>
              <p:cNvCxnSpPr/>
              <p:nvPr/>
            </p:nvCxnSpPr>
            <p:spPr>
              <a:xfrm>
                <a:off x="260086" y="5618711"/>
                <a:ext cx="738886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직사각형 109"/>
              <p:cNvSpPr/>
              <p:nvPr/>
            </p:nvSpPr>
            <p:spPr>
              <a:xfrm>
                <a:off x="415758" y="5736885"/>
                <a:ext cx="1387641" cy="188237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 smtClean="0"/>
                  <a:t>카테고리</a:t>
                </a:r>
                <a:endParaRPr lang="ko-KR" altLang="en-US" sz="1050" b="1" dirty="0"/>
              </a:p>
            </p:txBody>
          </p:sp>
          <p:sp>
            <p:nvSpPr>
              <p:cNvPr id="111" name="직사각형 110"/>
              <p:cNvSpPr/>
              <p:nvPr/>
            </p:nvSpPr>
            <p:spPr>
              <a:xfrm>
                <a:off x="1844270" y="5727360"/>
                <a:ext cx="1933980" cy="1882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smtClean="0">
                    <a:solidFill>
                      <a:schemeClr val="tx1"/>
                    </a:solidFill>
                  </a:rPr>
                  <a:t>선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택</a:t>
                </a:r>
              </a:p>
            </p:txBody>
          </p:sp>
          <p:sp>
            <p:nvSpPr>
              <p:cNvPr id="112" name="직사각형 111"/>
              <p:cNvSpPr/>
              <p:nvPr/>
            </p:nvSpPr>
            <p:spPr>
              <a:xfrm>
                <a:off x="409575" y="5991756"/>
                <a:ext cx="1393824" cy="18823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/>
                  <a:t>등록일</a:t>
                </a:r>
              </a:p>
            </p:txBody>
          </p:sp>
          <p:sp>
            <p:nvSpPr>
              <p:cNvPr id="113" name="이등변 삼각형 112"/>
              <p:cNvSpPr/>
              <p:nvPr/>
            </p:nvSpPr>
            <p:spPr>
              <a:xfrm rot="10800000">
                <a:off x="3565727" y="5781106"/>
                <a:ext cx="133348" cy="95252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1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57" y="906904"/>
            <a:ext cx="2280860" cy="210248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15" name="직사각형 114"/>
          <p:cNvSpPr/>
          <p:nvPr/>
        </p:nvSpPr>
        <p:spPr>
          <a:xfrm>
            <a:off x="3362382" y="664581"/>
            <a:ext cx="1159670" cy="18823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사용여</a:t>
            </a:r>
            <a:r>
              <a:rPr lang="ko-KR" altLang="en-US" sz="1050" b="1" dirty="0"/>
              <a:t>부</a:t>
            </a:r>
          </a:p>
        </p:txBody>
      </p:sp>
      <p:sp>
        <p:nvSpPr>
          <p:cNvPr id="116" name="직사각형 115"/>
          <p:cNvSpPr/>
          <p:nvPr/>
        </p:nvSpPr>
        <p:spPr>
          <a:xfrm>
            <a:off x="4556031" y="666854"/>
            <a:ext cx="1616253" cy="1882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전체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사용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미사용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7" name="이등변 삼각형 116"/>
          <p:cNvSpPr/>
          <p:nvPr/>
        </p:nvSpPr>
        <p:spPr>
          <a:xfrm rot="10800000">
            <a:off x="6006209" y="713578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타원 117"/>
          <p:cNvSpPr/>
          <p:nvPr/>
        </p:nvSpPr>
        <p:spPr>
          <a:xfrm>
            <a:off x="3243074" y="533557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7461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차트 6"/>
          <p:cNvGraphicFramePr/>
          <p:nvPr>
            <p:extLst>
              <p:ext uri="{D42A27DB-BD31-4B8C-83A1-F6EECF244321}">
                <p14:modId xmlns:p14="http://schemas.microsoft.com/office/powerpoint/2010/main" val="2081604901"/>
              </p:ext>
            </p:extLst>
          </p:nvPr>
        </p:nvGraphicFramePr>
        <p:xfrm>
          <a:off x="1928794" y="1136120"/>
          <a:ext cx="5286412" cy="4110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직사각형 7"/>
          <p:cNvSpPr/>
          <p:nvPr/>
        </p:nvSpPr>
        <p:spPr>
          <a:xfrm>
            <a:off x="3595323" y="2857496"/>
            <a:ext cx="19800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HY헤드라인M" panose="02030600000101010101" pitchFamily="18" charset="-127"/>
              </a:rPr>
              <a:t>시스템관리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4" y="6628102"/>
            <a:ext cx="9143546" cy="2298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6247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401378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시스템관리자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smtClean="0"/>
                        <a:t>운영자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056661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시스템관리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관리자정</a:t>
            </a:r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보</a:t>
            </a:r>
          </a:p>
        </p:txBody>
      </p:sp>
      <p:graphicFrame>
        <p:nvGraphicFramePr>
          <p:cNvPr id="49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845635"/>
              </p:ext>
            </p:extLst>
          </p:nvPr>
        </p:nvGraphicFramePr>
        <p:xfrm>
          <a:off x="314189" y="476672"/>
          <a:ext cx="6168638" cy="959209"/>
        </p:xfrm>
        <a:graphic>
          <a:graphicData uri="http://schemas.openxmlformats.org/drawingml/2006/table">
            <a:tbl>
              <a:tblPr/>
              <a:tblGrid>
                <a:gridCol w="315672"/>
                <a:gridCol w="827342"/>
                <a:gridCol w="2040585"/>
                <a:gridCol w="874296"/>
                <a:gridCol w="874296"/>
                <a:gridCol w="749024"/>
                <a:gridCol w="487423"/>
              </a:tblGrid>
              <a:tr h="2418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번호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이름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아이디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권한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등록일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종료일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사용여부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3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" name="사각형: 둥근 모서리 73"/>
          <p:cNvSpPr/>
          <p:nvPr/>
        </p:nvSpPr>
        <p:spPr>
          <a:xfrm>
            <a:off x="387485" y="2250450"/>
            <a:ext cx="5984715" cy="117855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395536" y="1988840"/>
            <a:ext cx="956662" cy="261610"/>
            <a:chOff x="395536" y="3023374"/>
            <a:chExt cx="956662" cy="261610"/>
          </a:xfrm>
        </p:grpSpPr>
        <p:sp>
          <p:nvSpPr>
            <p:cNvPr id="71" name="직사각형 70"/>
            <p:cNvSpPr/>
            <p:nvPr/>
          </p:nvSpPr>
          <p:spPr>
            <a:xfrm>
              <a:off x="395536" y="3083852"/>
              <a:ext cx="47625" cy="17383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62211" y="3023374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 smtClean="0">
                  <a:solidFill>
                    <a:schemeClr val="accent1">
                      <a:lumMod val="75000"/>
                    </a:schemeClr>
                  </a:solidFill>
                </a:rPr>
                <a:t>관리자정보</a:t>
              </a:r>
              <a:endParaRPr lang="ko-KR" altLang="en-US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80" name="직사각형 79"/>
          <p:cNvSpPr/>
          <p:nvPr/>
        </p:nvSpPr>
        <p:spPr>
          <a:xfrm>
            <a:off x="467544" y="2363170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등록일자</a:t>
            </a:r>
            <a:endParaRPr lang="ko-KR" altLang="en-US" sz="1050" b="1" dirty="0"/>
          </a:p>
        </p:txBody>
      </p:sp>
      <p:sp>
        <p:nvSpPr>
          <p:cNvPr id="82" name="직사각형 81"/>
          <p:cNvSpPr/>
          <p:nvPr/>
        </p:nvSpPr>
        <p:spPr>
          <a:xfrm>
            <a:off x="1686515" y="2363170"/>
            <a:ext cx="1779826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6" name="직사각형 85"/>
          <p:cNvSpPr/>
          <p:nvPr/>
        </p:nvSpPr>
        <p:spPr>
          <a:xfrm>
            <a:off x="3502080" y="2363170"/>
            <a:ext cx="1208769" cy="1792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등록자</a:t>
            </a:r>
            <a:endParaRPr lang="ko-KR" altLang="en-US" sz="1050" b="1" dirty="0"/>
          </a:p>
        </p:txBody>
      </p:sp>
      <p:sp>
        <p:nvSpPr>
          <p:cNvPr id="87" name="직사각형 86"/>
          <p:cNvSpPr/>
          <p:nvPr/>
        </p:nvSpPr>
        <p:spPr>
          <a:xfrm>
            <a:off x="4744986" y="2348880"/>
            <a:ext cx="1495283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8" name="사각형: 둥근 모서리 100"/>
          <p:cNvSpPr/>
          <p:nvPr/>
        </p:nvSpPr>
        <p:spPr>
          <a:xfrm>
            <a:off x="5582657" y="3501008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저장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9" name="사각형: 둥근 모서리 100"/>
          <p:cNvSpPr/>
          <p:nvPr/>
        </p:nvSpPr>
        <p:spPr>
          <a:xfrm>
            <a:off x="4705647" y="3521427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삭제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95" name="타원 94"/>
          <p:cNvSpPr/>
          <p:nvPr/>
        </p:nvSpPr>
        <p:spPr>
          <a:xfrm>
            <a:off x="6266175" y="2727058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1" name="사각형: 둥근 모서리 100"/>
          <p:cNvSpPr/>
          <p:nvPr/>
        </p:nvSpPr>
        <p:spPr>
          <a:xfrm>
            <a:off x="5669613" y="1572440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신규등록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692288" y="2821000"/>
            <a:ext cx="1768885" cy="167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454590" y="2821000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성</a:t>
            </a:r>
            <a:r>
              <a:rPr lang="ko-KR" altLang="en-US" sz="1050" b="1" dirty="0">
                <a:solidFill>
                  <a:schemeClr val="bg1"/>
                </a:solidFill>
              </a:rPr>
              <a:t>명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4752730" y="2579789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사용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/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미사</a:t>
            </a:r>
            <a:r>
              <a:rPr lang="ko-KR" altLang="en-US" sz="1200" b="1" dirty="0">
                <a:solidFill>
                  <a:schemeClr val="tx1"/>
                </a:solidFill>
              </a:rPr>
              <a:t>용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3515032" y="2577189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사용여부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55" name="이등변 삼각형 54"/>
          <p:cNvSpPr/>
          <p:nvPr/>
        </p:nvSpPr>
        <p:spPr>
          <a:xfrm rot="10800000">
            <a:off x="6121230" y="2626281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1705242" y="3024739"/>
            <a:ext cx="1768885" cy="167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67544" y="3024739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아이디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765684" y="3024739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****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527986" y="3022139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비밀번호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762687" y="2826307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시스템관리자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3524989" y="2823707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권</a:t>
            </a:r>
            <a:r>
              <a:rPr lang="ko-KR" altLang="en-US" sz="1050" b="1" dirty="0">
                <a:solidFill>
                  <a:schemeClr val="bg1"/>
                </a:solidFill>
              </a:rPr>
              <a:t>한</a:t>
            </a:r>
          </a:p>
        </p:txBody>
      </p:sp>
      <p:sp>
        <p:nvSpPr>
          <p:cNvPr id="64" name="이등변 삼각형 63"/>
          <p:cNvSpPr/>
          <p:nvPr/>
        </p:nvSpPr>
        <p:spPr>
          <a:xfrm rot="10800000">
            <a:off x="6131187" y="2872799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464650" y="2594160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종료일자</a:t>
            </a:r>
            <a:endParaRPr lang="ko-KR" altLang="en-US" sz="1050" b="1" dirty="0"/>
          </a:p>
        </p:txBody>
      </p:sp>
      <p:sp>
        <p:nvSpPr>
          <p:cNvPr id="66" name="직사각형 65"/>
          <p:cNvSpPr/>
          <p:nvPr/>
        </p:nvSpPr>
        <p:spPr>
          <a:xfrm>
            <a:off x="1683621" y="2594160"/>
            <a:ext cx="1779826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65197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555808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클릭 시 상세항목 조회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클릭 시 상세항목 조회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727625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시스템관리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코드관리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51520" y="683528"/>
            <a:ext cx="3168352" cy="26969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코드분</a:t>
            </a:r>
            <a:r>
              <a:rPr lang="ko-KR" altLang="en-US" sz="1050" b="1" dirty="0"/>
              <a:t>류</a:t>
            </a:r>
          </a:p>
        </p:txBody>
      </p:sp>
      <p:graphicFrame>
        <p:nvGraphicFramePr>
          <p:cNvPr id="14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253204"/>
              </p:ext>
            </p:extLst>
          </p:nvPr>
        </p:nvGraphicFramePr>
        <p:xfrm>
          <a:off x="251520" y="980728"/>
          <a:ext cx="3168352" cy="1676602"/>
        </p:xfrm>
        <a:graphic>
          <a:graphicData uri="http://schemas.openxmlformats.org/drawingml/2006/table">
            <a:tbl>
              <a:tblPr/>
              <a:tblGrid>
                <a:gridCol w="300425"/>
                <a:gridCol w="827342"/>
                <a:gridCol w="2040585"/>
              </a:tblGrid>
              <a:tr h="2418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번호</a:t>
                      </a:r>
                      <a:endParaRPr kumimoji="0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분류코드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분류명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</a:t>
                      </a: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FAQ</a:t>
                      </a: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FAQ</a:t>
                      </a:r>
                      <a:r>
                        <a:rPr kumimoji="0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카테고리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1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</a:t>
                      </a:r>
                      <a:endParaRPr kumimoji="0" lang="ko-KR" altLang="en-US" sz="1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1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3</a:t>
                      </a:r>
                      <a:endParaRPr kumimoji="0" lang="ko-KR" altLang="en-US" sz="1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직사각형 14"/>
          <p:cNvSpPr/>
          <p:nvPr/>
        </p:nvSpPr>
        <p:spPr>
          <a:xfrm>
            <a:off x="3563888" y="683528"/>
            <a:ext cx="3024336" cy="26969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코드상세</a:t>
            </a:r>
            <a:endParaRPr lang="ko-KR" altLang="en-US" sz="1050" b="1" dirty="0"/>
          </a:p>
        </p:txBody>
      </p:sp>
      <p:sp>
        <p:nvSpPr>
          <p:cNvPr id="16" name="사각형: 둥근 모서리 100"/>
          <p:cNvSpPr/>
          <p:nvPr/>
        </p:nvSpPr>
        <p:spPr>
          <a:xfrm>
            <a:off x="2613105" y="4221088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저장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00"/>
          <p:cNvSpPr/>
          <p:nvPr/>
        </p:nvSpPr>
        <p:spPr>
          <a:xfrm>
            <a:off x="1736095" y="4221088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삭제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73"/>
          <p:cNvSpPr/>
          <p:nvPr/>
        </p:nvSpPr>
        <p:spPr>
          <a:xfrm>
            <a:off x="266695" y="3069514"/>
            <a:ext cx="3153178" cy="1079566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1" name="그룹 20"/>
          <p:cNvGrpSpPr/>
          <p:nvPr/>
        </p:nvGrpSpPr>
        <p:grpSpPr>
          <a:xfrm>
            <a:off x="274745" y="2807904"/>
            <a:ext cx="1097726" cy="261610"/>
            <a:chOff x="395536" y="3023374"/>
            <a:chExt cx="1097726" cy="261610"/>
          </a:xfrm>
        </p:grpSpPr>
        <p:sp>
          <p:nvSpPr>
            <p:cNvPr id="22" name="직사각형 21"/>
            <p:cNvSpPr/>
            <p:nvPr/>
          </p:nvSpPr>
          <p:spPr>
            <a:xfrm>
              <a:off x="395536" y="3083852"/>
              <a:ext cx="47625" cy="17383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2211" y="3023374"/>
              <a:ext cx="10310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 smtClean="0">
                  <a:solidFill>
                    <a:schemeClr val="accent1">
                      <a:lumMod val="75000"/>
                    </a:schemeClr>
                  </a:solidFill>
                </a:rPr>
                <a:t>코드분류정보</a:t>
              </a:r>
              <a:endParaRPr lang="ko-KR" altLang="en-US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346753" y="3140968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등록일자</a:t>
            </a:r>
            <a:endParaRPr lang="ko-KR" altLang="en-US" sz="1050" b="1" dirty="0"/>
          </a:p>
        </p:txBody>
      </p:sp>
      <p:sp>
        <p:nvSpPr>
          <p:cNvPr id="25" name="직사각형 24"/>
          <p:cNvSpPr/>
          <p:nvPr/>
        </p:nvSpPr>
        <p:spPr>
          <a:xfrm>
            <a:off x="1565724" y="3140968"/>
            <a:ext cx="1779826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29" name="직사각형 28"/>
          <p:cNvSpPr/>
          <p:nvPr/>
        </p:nvSpPr>
        <p:spPr>
          <a:xfrm>
            <a:off x="1571497" y="3598798"/>
            <a:ext cx="1768885" cy="167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33799" y="3598798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분류코드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584451" y="3802537"/>
            <a:ext cx="1768885" cy="167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46753" y="3802537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분류명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43859" y="3371958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</a:t>
            </a:r>
            <a:r>
              <a:rPr lang="ko-KR" altLang="en-US" sz="1050" b="1" dirty="0"/>
              <a:t>자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1562830" y="3371958"/>
            <a:ext cx="1779826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46" name="사각형: 둥근 모서리 100"/>
          <p:cNvSpPr/>
          <p:nvPr/>
        </p:nvSpPr>
        <p:spPr>
          <a:xfrm>
            <a:off x="2614736" y="2708355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신규등록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47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390252"/>
              </p:ext>
            </p:extLst>
          </p:nvPr>
        </p:nvGraphicFramePr>
        <p:xfrm>
          <a:off x="3563888" y="980728"/>
          <a:ext cx="2952328" cy="1676602"/>
        </p:xfrm>
        <a:graphic>
          <a:graphicData uri="http://schemas.openxmlformats.org/drawingml/2006/table">
            <a:tbl>
              <a:tblPr/>
              <a:tblGrid>
                <a:gridCol w="286769"/>
                <a:gridCol w="789736"/>
                <a:gridCol w="1875823"/>
              </a:tblGrid>
              <a:tr h="2418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번호</a:t>
                      </a:r>
                      <a:endParaRPr kumimoji="0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코드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코드명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</a:t>
                      </a: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FAQ_001</a:t>
                      </a: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회원가입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1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</a:t>
                      </a:r>
                      <a:endParaRPr kumimoji="0" lang="ko-KR" altLang="en-US" sz="1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FAQ_002</a:t>
                      </a: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1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3</a:t>
                      </a:r>
                      <a:endParaRPr kumimoji="0" lang="ko-KR" altLang="en-US" sz="1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" name="사각형: 둥근 모서리 100"/>
          <p:cNvSpPr/>
          <p:nvPr/>
        </p:nvSpPr>
        <p:spPr>
          <a:xfrm>
            <a:off x="5700972" y="4596776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저장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사각형: 둥근 모서리 100"/>
          <p:cNvSpPr/>
          <p:nvPr/>
        </p:nvSpPr>
        <p:spPr>
          <a:xfrm>
            <a:off x="4823962" y="4596776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삭제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50" name="사각형: 둥근 모서리 73"/>
          <p:cNvSpPr/>
          <p:nvPr/>
        </p:nvSpPr>
        <p:spPr>
          <a:xfrm>
            <a:off x="3563888" y="3069514"/>
            <a:ext cx="3018898" cy="1439606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1" name="그룹 50"/>
          <p:cNvGrpSpPr/>
          <p:nvPr/>
        </p:nvGrpSpPr>
        <p:grpSpPr>
          <a:xfrm>
            <a:off x="3563888" y="2807904"/>
            <a:ext cx="815598" cy="261610"/>
            <a:chOff x="395536" y="3023374"/>
            <a:chExt cx="815598" cy="261610"/>
          </a:xfrm>
        </p:grpSpPr>
        <p:sp>
          <p:nvSpPr>
            <p:cNvPr id="52" name="직사각형 51"/>
            <p:cNvSpPr/>
            <p:nvPr/>
          </p:nvSpPr>
          <p:spPr>
            <a:xfrm>
              <a:off x="395536" y="3083852"/>
              <a:ext cx="47625" cy="17383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62211" y="3023374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 smtClean="0">
                  <a:solidFill>
                    <a:schemeClr val="accent1">
                      <a:lumMod val="75000"/>
                    </a:schemeClr>
                  </a:solidFill>
                </a:rPr>
                <a:t>코드정보</a:t>
              </a:r>
              <a:endParaRPr lang="ko-KR" altLang="en-US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54" name="직사각형 53"/>
          <p:cNvSpPr/>
          <p:nvPr/>
        </p:nvSpPr>
        <p:spPr>
          <a:xfrm>
            <a:off x="3589157" y="3140968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등록일자</a:t>
            </a:r>
            <a:endParaRPr lang="ko-KR" altLang="en-US" sz="1050" b="1" dirty="0"/>
          </a:p>
        </p:txBody>
      </p:sp>
      <p:sp>
        <p:nvSpPr>
          <p:cNvPr id="55" name="직사각형 54"/>
          <p:cNvSpPr/>
          <p:nvPr/>
        </p:nvSpPr>
        <p:spPr>
          <a:xfrm>
            <a:off x="4808128" y="3140968"/>
            <a:ext cx="1708088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56" name="직사각형 55"/>
          <p:cNvSpPr/>
          <p:nvPr/>
        </p:nvSpPr>
        <p:spPr>
          <a:xfrm>
            <a:off x="4813902" y="3598798"/>
            <a:ext cx="1697588" cy="167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3576203" y="3598798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코드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826856" y="3802537"/>
            <a:ext cx="1697588" cy="167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3589157" y="3802537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코드명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586263" y="3371958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</a:t>
            </a:r>
            <a:r>
              <a:rPr lang="ko-KR" altLang="en-US" sz="1050" b="1" dirty="0"/>
              <a:t>자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4805234" y="3371958"/>
            <a:ext cx="1708088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62" name="사각형: 둥근 모서리 100"/>
          <p:cNvSpPr/>
          <p:nvPr/>
        </p:nvSpPr>
        <p:spPr>
          <a:xfrm>
            <a:off x="5659278" y="2708355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신규등록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4823962" y="4023941"/>
            <a:ext cx="1697588" cy="167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3586263" y="4023941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순서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4823962" y="4240040"/>
            <a:ext cx="1687528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사용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/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미사</a:t>
            </a:r>
            <a:r>
              <a:rPr lang="ko-KR" altLang="en-US" sz="1200" b="1" dirty="0">
                <a:solidFill>
                  <a:schemeClr val="tx1"/>
                </a:solidFill>
              </a:rPr>
              <a:t>용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3586262" y="4240040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사용여부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67" name="이등변 삼각형 66"/>
          <p:cNvSpPr/>
          <p:nvPr/>
        </p:nvSpPr>
        <p:spPr>
          <a:xfrm rot="10800000">
            <a:off x="6192462" y="4286532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3483803" y="683528"/>
            <a:ext cx="8078" cy="5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타원 67"/>
          <p:cNvSpPr/>
          <p:nvPr/>
        </p:nvSpPr>
        <p:spPr>
          <a:xfrm>
            <a:off x="5073337" y="2060848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69" name="타원 68"/>
          <p:cNvSpPr/>
          <p:nvPr/>
        </p:nvSpPr>
        <p:spPr>
          <a:xfrm>
            <a:off x="1960857" y="2060848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328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070995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시스템관리자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smtClean="0"/>
                        <a:t>운영자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677617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시스템관리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환경변수관리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2" name="사각형: 둥근 모서리 73"/>
          <p:cNvSpPr/>
          <p:nvPr/>
        </p:nvSpPr>
        <p:spPr>
          <a:xfrm>
            <a:off x="415322" y="954306"/>
            <a:ext cx="5929039" cy="1489375"/>
          </a:xfrm>
          <a:prstGeom prst="roundRect">
            <a:avLst>
              <a:gd name="adj" fmla="val 17"/>
            </a:avLst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395536" y="692696"/>
            <a:ext cx="815598" cy="261610"/>
            <a:chOff x="395536" y="3023374"/>
            <a:chExt cx="815598" cy="261610"/>
          </a:xfrm>
        </p:grpSpPr>
        <p:sp>
          <p:nvSpPr>
            <p:cNvPr id="71" name="직사각형 70"/>
            <p:cNvSpPr/>
            <p:nvPr/>
          </p:nvSpPr>
          <p:spPr>
            <a:xfrm>
              <a:off x="395536" y="3083852"/>
              <a:ext cx="47625" cy="17383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62211" y="3023374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 smtClean="0">
                  <a:solidFill>
                    <a:schemeClr val="accent1">
                      <a:lumMod val="75000"/>
                    </a:schemeClr>
                  </a:solidFill>
                </a:rPr>
                <a:t>변수관리</a:t>
              </a:r>
              <a:endParaRPr lang="ko-KR" altLang="en-US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50" name="직사각형 49"/>
          <p:cNvSpPr/>
          <p:nvPr/>
        </p:nvSpPr>
        <p:spPr>
          <a:xfrm>
            <a:off x="971601" y="1324587"/>
            <a:ext cx="1368152" cy="205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SESSION_KEY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462211" y="1324587"/>
            <a:ext cx="439659" cy="205576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 smtClean="0">
                <a:solidFill>
                  <a:schemeClr val="bg1"/>
                </a:solidFill>
              </a:rPr>
              <a:t>1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67545" y="1594529"/>
            <a:ext cx="439659" cy="228183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 smtClean="0">
                <a:solidFill>
                  <a:schemeClr val="bg1"/>
                </a:solidFill>
              </a:rPr>
              <a:t>2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2364884" y="1324587"/>
            <a:ext cx="828092" cy="205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5654300" y="1324587"/>
            <a:ext cx="514425" cy="205576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mtClean="0">
                <a:solidFill>
                  <a:schemeClr val="bg1"/>
                </a:solidFill>
              </a:rPr>
              <a:t>저</a:t>
            </a:r>
            <a:r>
              <a:rPr lang="ko-KR" altLang="en-US" sz="1050" b="1">
                <a:solidFill>
                  <a:schemeClr val="bg1"/>
                </a:solidFill>
              </a:rPr>
              <a:t>장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227933" y="1324587"/>
            <a:ext cx="2354724" cy="205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971601" y="1605832"/>
            <a:ext cx="1368152" cy="205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SESSION_KEY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364884" y="1605832"/>
            <a:ext cx="828092" cy="205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5654300" y="1605832"/>
            <a:ext cx="514425" cy="205576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mtClean="0">
                <a:solidFill>
                  <a:schemeClr val="bg1"/>
                </a:solidFill>
              </a:rPr>
              <a:t>저</a:t>
            </a:r>
            <a:r>
              <a:rPr lang="ko-KR" altLang="en-US" sz="1050" b="1">
                <a:solidFill>
                  <a:schemeClr val="bg1"/>
                </a:solidFill>
              </a:rPr>
              <a:t>장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227933" y="1605832"/>
            <a:ext cx="2354724" cy="205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55735" y="1862829"/>
            <a:ext cx="439659" cy="228183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 smtClean="0">
                <a:solidFill>
                  <a:schemeClr val="bg1"/>
                </a:solidFill>
              </a:rPr>
              <a:t>3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959791" y="1874132"/>
            <a:ext cx="1368152" cy="205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SESSION_KEY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2353074" y="1874132"/>
            <a:ext cx="828092" cy="205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642490" y="1874132"/>
            <a:ext cx="514425" cy="205576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mtClean="0">
                <a:solidFill>
                  <a:schemeClr val="bg1"/>
                </a:solidFill>
              </a:rPr>
              <a:t>저</a:t>
            </a:r>
            <a:r>
              <a:rPr lang="ko-KR" altLang="en-US" sz="1050" b="1">
                <a:solidFill>
                  <a:schemeClr val="bg1"/>
                </a:solidFill>
              </a:rPr>
              <a:t>장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216123" y="1874132"/>
            <a:ext cx="2354724" cy="205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455734" y="2118016"/>
            <a:ext cx="439659" cy="228183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 smtClean="0">
                <a:solidFill>
                  <a:schemeClr val="bg1"/>
                </a:solidFill>
              </a:rPr>
              <a:t>4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959790" y="2129319"/>
            <a:ext cx="1368152" cy="205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SESSION_KEY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2353073" y="2129319"/>
            <a:ext cx="828092" cy="205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5642489" y="2129319"/>
            <a:ext cx="514425" cy="205576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mtClean="0">
                <a:solidFill>
                  <a:schemeClr val="bg1"/>
                </a:solidFill>
              </a:rPr>
              <a:t>저</a:t>
            </a:r>
            <a:r>
              <a:rPr lang="ko-KR" altLang="en-US" sz="1050" b="1">
                <a:solidFill>
                  <a:schemeClr val="bg1"/>
                </a:solidFill>
              </a:rPr>
              <a:t>장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3216122" y="2129319"/>
            <a:ext cx="2354724" cy="205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71027" y="1052736"/>
            <a:ext cx="436177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No.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969444" y="1052736"/>
            <a:ext cx="1370309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변수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364885" y="1054348"/>
            <a:ext cx="816282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값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3216121" y="1052736"/>
            <a:ext cx="2366535" cy="1926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설명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5654300" y="1031693"/>
            <a:ext cx="512608" cy="1926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저</a:t>
            </a:r>
            <a:r>
              <a:rPr lang="ko-KR" altLang="en-US" sz="1200" b="1" dirty="0">
                <a:solidFill>
                  <a:schemeClr val="tx1"/>
                </a:solidFill>
              </a:rPr>
              <a:t>장</a:t>
            </a:r>
          </a:p>
        </p:txBody>
      </p:sp>
    </p:spTree>
    <p:extLst>
      <p:ext uri="{BB962C8B-B14F-4D97-AF65-F5344CB8AC3E}">
        <p14:creationId xmlns:p14="http://schemas.microsoft.com/office/powerpoint/2010/main" val="4182251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471455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클릭 시 상세항목 조회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005596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시스템관리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메뉴관리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70638" y="620688"/>
            <a:ext cx="2789194" cy="3873227"/>
            <a:chOff x="270637" y="908720"/>
            <a:chExt cx="3158963" cy="3873227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637" y="908720"/>
              <a:ext cx="3158963" cy="3873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직사각형 34"/>
            <p:cNvSpPr/>
            <p:nvPr/>
          </p:nvSpPr>
          <p:spPr>
            <a:xfrm>
              <a:off x="270637" y="927056"/>
              <a:ext cx="3120456" cy="26969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 smtClean="0"/>
                <a:t>메뉴</a:t>
              </a:r>
              <a:endParaRPr lang="ko-KR" altLang="en-US" sz="1050" b="1" dirty="0"/>
            </a:p>
          </p:txBody>
        </p: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639024"/>
            <a:ext cx="3337160" cy="3854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직사각형 37"/>
          <p:cNvSpPr/>
          <p:nvPr/>
        </p:nvSpPr>
        <p:spPr>
          <a:xfrm>
            <a:off x="3203848" y="639024"/>
            <a:ext cx="3337160" cy="26969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메뉴상세</a:t>
            </a:r>
            <a:endParaRPr lang="ko-KR" altLang="en-US" sz="1050" b="1" dirty="0"/>
          </a:p>
        </p:txBody>
      </p:sp>
      <p:sp>
        <p:nvSpPr>
          <p:cNvPr id="39" name="타원 38"/>
          <p:cNvSpPr/>
          <p:nvPr/>
        </p:nvSpPr>
        <p:spPr>
          <a:xfrm>
            <a:off x="1122679" y="1268760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1705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차트 6"/>
          <p:cNvGraphicFramePr/>
          <p:nvPr>
            <p:extLst>
              <p:ext uri="{D42A27DB-BD31-4B8C-83A1-F6EECF244321}">
                <p14:modId xmlns:p14="http://schemas.microsoft.com/office/powerpoint/2010/main" val="1634431108"/>
              </p:ext>
            </p:extLst>
          </p:nvPr>
        </p:nvGraphicFramePr>
        <p:xfrm>
          <a:off x="1928794" y="1136120"/>
          <a:ext cx="5286412" cy="4110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직사각형 7"/>
          <p:cNvSpPr/>
          <p:nvPr/>
        </p:nvSpPr>
        <p:spPr>
          <a:xfrm>
            <a:off x="3774859" y="2857496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HY헤드라인M" panose="02030600000101010101" pitchFamily="18" charset="-127"/>
              </a:rPr>
              <a:t>교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HY헤드라인M" panose="02030600000101010101" pitchFamily="18" charset="-127"/>
              </a:rPr>
              <a:t>육</a:t>
            </a:r>
            <a:r>
              <a:rPr lang="ko-KR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HY헤드라인M" panose="02030600000101010101" pitchFamily="18" charset="-127"/>
              </a:rPr>
              <a:t>관리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4" y="6628102"/>
            <a:ext cx="9143546" cy="2298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5164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430062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886224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교육관리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교육일정관</a:t>
            </a:r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리</a:t>
            </a:r>
          </a:p>
        </p:txBody>
      </p:sp>
      <p:graphicFrame>
        <p:nvGraphicFramePr>
          <p:cNvPr id="49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100116"/>
              </p:ext>
            </p:extLst>
          </p:nvPr>
        </p:nvGraphicFramePr>
        <p:xfrm>
          <a:off x="314189" y="476672"/>
          <a:ext cx="6168637" cy="959209"/>
        </p:xfrm>
        <a:graphic>
          <a:graphicData uri="http://schemas.openxmlformats.org/drawingml/2006/table">
            <a:tbl>
              <a:tblPr/>
              <a:tblGrid>
                <a:gridCol w="276886"/>
                <a:gridCol w="725688"/>
                <a:gridCol w="1658360"/>
                <a:gridCol w="694766"/>
                <a:gridCol w="694766"/>
                <a:gridCol w="757926"/>
                <a:gridCol w="757926"/>
                <a:gridCol w="602319"/>
              </a:tblGrid>
              <a:tr h="2418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번호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년도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교육명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교육시작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교육종료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시스템시작일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시스템종료일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사용여부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3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" name="사각형: 둥근 모서리 73"/>
          <p:cNvSpPr/>
          <p:nvPr/>
        </p:nvSpPr>
        <p:spPr>
          <a:xfrm>
            <a:off x="387485" y="2250450"/>
            <a:ext cx="5984715" cy="1394574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395536" y="1988840"/>
            <a:ext cx="815598" cy="261610"/>
            <a:chOff x="395536" y="3023374"/>
            <a:chExt cx="815598" cy="261610"/>
          </a:xfrm>
        </p:grpSpPr>
        <p:sp>
          <p:nvSpPr>
            <p:cNvPr id="71" name="직사각형 70"/>
            <p:cNvSpPr/>
            <p:nvPr/>
          </p:nvSpPr>
          <p:spPr>
            <a:xfrm>
              <a:off x="395536" y="3083852"/>
              <a:ext cx="47625" cy="17383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62211" y="3023374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 smtClean="0">
                  <a:solidFill>
                    <a:schemeClr val="accent1">
                      <a:lumMod val="75000"/>
                    </a:schemeClr>
                  </a:solidFill>
                </a:rPr>
                <a:t>교육일정</a:t>
              </a:r>
              <a:endParaRPr lang="ko-KR" altLang="en-US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80" name="직사각형 79"/>
          <p:cNvSpPr/>
          <p:nvPr/>
        </p:nvSpPr>
        <p:spPr>
          <a:xfrm>
            <a:off x="467544" y="2363170"/>
            <a:ext cx="1188648" cy="188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등록일자</a:t>
            </a:r>
            <a:endParaRPr lang="ko-KR" altLang="en-US" sz="1050" b="1" dirty="0"/>
          </a:p>
        </p:txBody>
      </p:sp>
      <p:sp>
        <p:nvSpPr>
          <p:cNvPr id="82" name="직사각형 81"/>
          <p:cNvSpPr/>
          <p:nvPr/>
        </p:nvSpPr>
        <p:spPr>
          <a:xfrm>
            <a:off x="1686515" y="2363170"/>
            <a:ext cx="1779826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6" name="직사각형 85"/>
          <p:cNvSpPr/>
          <p:nvPr/>
        </p:nvSpPr>
        <p:spPr>
          <a:xfrm>
            <a:off x="3502080" y="2363170"/>
            <a:ext cx="1208769" cy="1792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등록자</a:t>
            </a:r>
            <a:endParaRPr lang="ko-KR" altLang="en-US" sz="1050" b="1" dirty="0"/>
          </a:p>
        </p:txBody>
      </p:sp>
      <p:sp>
        <p:nvSpPr>
          <p:cNvPr id="87" name="직사각형 86"/>
          <p:cNvSpPr/>
          <p:nvPr/>
        </p:nvSpPr>
        <p:spPr>
          <a:xfrm>
            <a:off x="4744986" y="2348880"/>
            <a:ext cx="1495283" cy="191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88" name="사각형: 둥근 모서리 100"/>
          <p:cNvSpPr/>
          <p:nvPr/>
        </p:nvSpPr>
        <p:spPr>
          <a:xfrm>
            <a:off x="5582657" y="3712261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저장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9" name="사각형: 둥근 모서리 100"/>
          <p:cNvSpPr/>
          <p:nvPr/>
        </p:nvSpPr>
        <p:spPr>
          <a:xfrm>
            <a:off x="4705647" y="3732680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삭제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1" name="사각형: 둥근 모서리 100"/>
          <p:cNvSpPr/>
          <p:nvPr/>
        </p:nvSpPr>
        <p:spPr>
          <a:xfrm>
            <a:off x="5669613" y="1572440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신규등록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710679" y="3168755"/>
            <a:ext cx="1779827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2017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78758" y="3147669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년도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710679" y="3369893"/>
            <a:ext cx="4553756" cy="1856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/>
          </a:p>
        </p:txBody>
      </p:sp>
      <p:sp>
        <p:nvSpPr>
          <p:cNvPr id="35" name="직사각형 34"/>
          <p:cNvSpPr/>
          <p:nvPr/>
        </p:nvSpPr>
        <p:spPr>
          <a:xfrm>
            <a:off x="478758" y="3384779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 smtClean="0">
                <a:solidFill>
                  <a:schemeClr val="bg1"/>
                </a:solidFill>
              </a:rPr>
              <a:t>교육명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763944" y="3168755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사용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/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미사</a:t>
            </a:r>
            <a:r>
              <a:rPr lang="ko-KR" altLang="en-US" sz="1200" b="1" dirty="0">
                <a:solidFill>
                  <a:schemeClr val="tx1"/>
                </a:solidFill>
              </a:rPr>
              <a:t>용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3526246" y="3166155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사용여부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sp>
        <p:nvSpPr>
          <p:cNvPr id="38" name="이등변 삼각형 37"/>
          <p:cNvSpPr/>
          <p:nvPr/>
        </p:nvSpPr>
        <p:spPr>
          <a:xfrm rot="10800000">
            <a:off x="6132444" y="3215247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이등변 삼각형 38"/>
          <p:cNvSpPr/>
          <p:nvPr/>
        </p:nvSpPr>
        <p:spPr>
          <a:xfrm rot="10800000">
            <a:off x="3343120" y="3196761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471587" y="2601280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교육일정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pic>
        <p:nvPicPr>
          <p:cNvPr id="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125" y="2564904"/>
            <a:ext cx="2280860" cy="210248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4" name="직사각형 43"/>
          <p:cNvSpPr/>
          <p:nvPr/>
        </p:nvSpPr>
        <p:spPr>
          <a:xfrm>
            <a:off x="478758" y="2827759"/>
            <a:ext cx="1208769" cy="188237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bg1"/>
                </a:solidFill>
              </a:rPr>
              <a:t>시스템일정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pic>
        <p:nvPicPr>
          <p:cNvPr id="4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296" y="2827759"/>
            <a:ext cx="2280860" cy="210248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015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차트 6"/>
          <p:cNvGraphicFramePr/>
          <p:nvPr>
            <p:extLst>
              <p:ext uri="{D42A27DB-BD31-4B8C-83A1-F6EECF244321}">
                <p14:modId xmlns:p14="http://schemas.microsoft.com/office/powerpoint/2010/main" val="2038319031"/>
              </p:ext>
            </p:extLst>
          </p:nvPr>
        </p:nvGraphicFramePr>
        <p:xfrm>
          <a:off x="1928794" y="1136120"/>
          <a:ext cx="5286412" cy="4110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직사각형 7"/>
          <p:cNvSpPr/>
          <p:nvPr/>
        </p:nvSpPr>
        <p:spPr>
          <a:xfrm>
            <a:off x="4133932" y="2857496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HY헤드라인M" panose="02030600000101010101" pitchFamily="18" charset="-127"/>
              </a:rPr>
              <a:t>통계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4" y="6628102"/>
            <a:ext cx="9143546" cy="2298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9622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529317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일별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smtClean="0"/>
                        <a:t>월별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일별 구분 선택 시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월별 구분 선택 시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456070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통계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일별접속자통계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29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041491"/>
              </p:ext>
            </p:extLst>
          </p:nvPr>
        </p:nvGraphicFramePr>
        <p:xfrm>
          <a:off x="251520" y="1052736"/>
          <a:ext cx="6174969" cy="959209"/>
        </p:xfrm>
        <a:graphic>
          <a:graphicData uri="http://schemas.openxmlformats.org/drawingml/2006/table">
            <a:tbl>
              <a:tblPr/>
              <a:tblGrid>
                <a:gridCol w="792088"/>
                <a:gridCol w="822844"/>
                <a:gridCol w="927703"/>
                <a:gridCol w="799113"/>
                <a:gridCol w="944407"/>
                <a:gridCol w="944407"/>
                <a:gridCol w="944407"/>
              </a:tblGrid>
              <a:tr h="2418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일자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접속건수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페이지뷰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로그인건수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신규가입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교육신청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교육수료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2017-01-01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2017-01-02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2017-01-03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0" name="그룹 29"/>
          <p:cNvGrpSpPr/>
          <p:nvPr/>
        </p:nvGrpSpPr>
        <p:grpSpPr>
          <a:xfrm>
            <a:off x="251520" y="555194"/>
            <a:ext cx="6182618" cy="425534"/>
            <a:chOff x="337434" y="890341"/>
            <a:chExt cx="6182618" cy="425534"/>
          </a:xfrm>
        </p:grpSpPr>
        <p:sp>
          <p:nvSpPr>
            <p:cNvPr id="31" name="직사각형 30"/>
            <p:cNvSpPr/>
            <p:nvPr/>
          </p:nvSpPr>
          <p:spPr>
            <a:xfrm>
              <a:off x="337434" y="908720"/>
              <a:ext cx="6182618" cy="4071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6" name="그룹 45"/>
            <p:cNvGrpSpPr/>
            <p:nvPr/>
          </p:nvGrpSpPr>
          <p:grpSpPr>
            <a:xfrm>
              <a:off x="337434" y="890341"/>
              <a:ext cx="6174968" cy="304496"/>
              <a:chOff x="260086" y="5618711"/>
              <a:chExt cx="7388860" cy="304496"/>
            </a:xfrm>
          </p:grpSpPr>
          <p:cxnSp>
            <p:nvCxnSpPr>
              <p:cNvPr id="47" name="직선 연결선 46"/>
              <p:cNvCxnSpPr/>
              <p:nvPr/>
            </p:nvCxnSpPr>
            <p:spPr>
              <a:xfrm>
                <a:off x="260086" y="5618711"/>
                <a:ext cx="738886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직사각형 50"/>
              <p:cNvSpPr/>
              <p:nvPr/>
            </p:nvSpPr>
            <p:spPr>
              <a:xfrm>
                <a:off x="350872" y="5734971"/>
                <a:ext cx="1393824" cy="18823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 smtClean="0"/>
                  <a:t>조회일자</a:t>
                </a:r>
                <a:endParaRPr lang="ko-KR" altLang="en-US" sz="1050" b="1" dirty="0"/>
              </a:p>
            </p:txBody>
          </p:sp>
        </p:grpSp>
      </p:grpSp>
      <p:pic>
        <p:nvPicPr>
          <p:cNvPr id="5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744" y="671454"/>
            <a:ext cx="2280860" cy="210248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9" name="직사각형 58"/>
          <p:cNvSpPr/>
          <p:nvPr/>
        </p:nvSpPr>
        <p:spPr>
          <a:xfrm>
            <a:off x="4017915" y="683031"/>
            <a:ext cx="1159670" cy="18823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/>
              <a:t>구분</a:t>
            </a:r>
            <a:endParaRPr lang="ko-KR" altLang="en-US" sz="1050" b="1" dirty="0"/>
          </a:p>
        </p:txBody>
      </p:sp>
      <p:sp>
        <p:nvSpPr>
          <p:cNvPr id="60" name="직사각형 59"/>
          <p:cNvSpPr/>
          <p:nvPr/>
        </p:nvSpPr>
        <p:spPr>
          <a:xfrm>
            <a:off x="5211743" y="671454"/>
            <a:ext cx="1088450" cy="19028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일별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이등변 삼각형 60"/>
          <p:cNvSpPr/>
          <p:nvPr/>
        </p:nvSpPr>
        <p:spPr>
          <a:xfrm rot="10800000">
            <a:off x="6156176" y="729524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/>
          <p:cNvSpPr/>
          <p:nvPr/>
        </p:nvSpPr>
        <p:spPr>
          <a:xfrm>
            <a:off x="5029899" y="435925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graphicFrame>
        <p:nvGraphicFramePr>
          <p:cNvPr id="63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954855"/>
              </p:ext>
            </p:extLst>
          </p:nvPr>
        </p:nvGraphicFramePr>
        <p:xfrm>
          <a:off x="259169" y="2420888"/>
          <a:ext cx="6174969" cy="959209"/>
        </p:xfrm>
        <a:graphic>
          <a:graphicData uri="http://schemas.openxmlformats.org/drawingml/2006/table">
            <a:tbl>
              <a:tblPr/>
              <a:tblGrid>
                <a:gridCol w="792088"/>
                <a:gridCol w="822844"/>
                <a:gridCol w="927703"/>
                <a:gridCol w="799113"/>
                <a:gridCol w="944407"/>
                <a:gridCol w="944407"/>
                <a:gridCol w="944407"/>
              </a:tblGrid>
              <a:tr h="2418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일자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접속건수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페이지뷰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로그인건수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신규가입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교육신청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교육수료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2017-01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2017-02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2017-03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5" name="타원 64"/>
          <p:cNvSpPr/>
          <p:nvPr/>
        </p:nvSpPr>
        <p:spPr>
          <a:xfrm>
            <a:off x="827584" y="986682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67" name="타원 66"/>
          <p:cNvSpPr/>
          <p:nvPr/>
        </p:nvSpPr>
        <p:spPr>
          <a:xfrm>
            <a:off x="827584" y="2348880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2528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188758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581415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통계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페이지</a:t>
            </a:r>
            <a:r>
              <a:rPr lang="ko-KR" altLang="en-US" sz="1200" kern="0" dirty="0" err="1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별</a:t>
            </a:r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통계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29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393456"/>
              </p:ext>
            </p:extLst>
          </p:nvPr>
        </p:nvGraphicFramePr>
        <p:xfrm>
          <a:off x="251520" y="1052736"/>
          <a:ext cx="6174968" cy="959209"/>
        </p:xfrm>
        <a:graphic>
          <a:graphicData uri="http://schemas.openxmlformats.org/drawingml/2006/table">
            <a:tbl>
              <a:tblPr/>
              <a:tblGrid>
                <a:gridCol w="4680520"/>
                <a:gridCol w="1494448"/>
              </a:tblGrid>
              <a:tr h="2418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페이지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접속건수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홈페이지 메인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홈페이지 회사소개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홈페이지 공지사항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0" name="그룹 29"/>
          <p:cNvGrpSpPr/>
          <p:nvPr/>
        </p:nvGrpSpPr>
        <p:grpSpPr>
          <a:xfrm>
            <a:off x="251520" y="555194"/>
            <a:ext cx="6182618" cy="425534"/>
            <a:chOff x="337434" y="890341"/>
            <a:chExt cx="6182618" cy="425534"/>
          </a:xfrm>
        </p:grpSpPr>
        <p:sp>
          <p:nvSpPr>
            <p:cNvPr id="31" name="직사각형 30"/>
            <p:cNvSpPr/>
            <p:nvPr/>
          </p:nvSpPr>
          <p:spPr>
            <a:xfrm>
              <a:off x="337434" y="908720"/>
              <a:ext cx="6182618" cy="4071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6" name="그룹 45"/>
            <p:cNvGrpSpPr/>
            <p:nvPr/>
          </p:nvGrpSpPr>
          <p:grpSpPr>
            <a:xfrm>
              <a:off x="337434" y="890341"/>
              <a:ext cx="6174968" cy="304496"/>
              <a:chOff x="260086" y="5618711"/>
              <a:chExt cx="7388860" cy="304496"/>
            </a:xfrm>
          </p:grpSpPr>
          <p:cxnSp>
            <p:nvCxnSpPr>
              <p:cNvPr id="47" name="직선 연결선 46"/>
              <p:cNvCxnSpPr/>
              <p:nvPr/>
            </p:nvCxnSpPr>
            <p:spPr>
              <a:xfrm>
                <a:off x="260086" y="5618711"/>
                <a:ext cx="738886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직사각형 50"/>
              <p:cNvSpPr/>
              <p:nvPr/>
            </p:nvSpPr>
            <p:spPr>
              <a:xfrm>
                <a:off x="350872" y="5734971"/>
                <a:ext cx="1393824" cy="18823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 smtClean="0"/>
                  <a:t>조회일자</a:t>
                </a:r>
                <a:endParaRPr lang="ko-KR" altLang="en-US" sz="1050" b="1" dirty="0"/>
              </a:p>
            </p:txBody>
          </p:sp>
        </p:grpSp>
      </p:grpSp>
      <p:pic>
        <p:nvPicPr>
          <p:cNvPr id="5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744" y="671454"/>
            <a:ext cx="2280860" cy="210248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819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155011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84603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통계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검색엔진통계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29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259837"/>
              </p:ext>
            </p:extLst>
          </p:nvPr>
        </p:nvGraphicFramePr>
        <p:xfrm>
          <a:off x="251520" y="1052736"/>
          <a:ext cx="6174968" cy="959209"/>
        </p:xfrm>
        <a:graphic>
          <a:graphicData uri="http://schemas.openxmlformats.org/drawingml/2006/table">
            <a:tbl>
              <a:tblPr/>
              <a:tblGrid>
                <a:gridCol w="4680520"/>
                <a:gridCol w="1494448"/>
              </a:tblGrid>
              <a:tr h="2418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페이지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접속건수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네이버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다음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기타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0" name="그룹 29"/>
          <p:cNvGrpSpPr/>
          <p:nvPr/>
        </p:nvGrpSpPr>
        <p:grpSpPr>
          <a:xfrm>
            <a:off x="251520" y="555194"/>
            <a:ext cx="6182618" cy="425534"/>
            <a:chOff x="337434" y="890341"/>
            <a:chExt cx="6182618" cy="425534"/>
          </a:xfrm>
        </p:grpSpPr>
        <p:sp>
          <p:nvSpPr>
            <p:cNvPr id="31" name="직사각형 30"/>
            <p:cNvSpPr/>
            <p:nvPr/>
          </p:nvSpPr>
          <p:spPr>
            <a:xfrm>
              <a:off x="337434" y="908720"/>
              <a:ext cx="6182618" cy="4071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6" name="그룹 45"/>
            <p:cNvGrpSpPr/>
            <p:nvPr/>
          </p:nvGrpSpPr>
          <p:grpSpPr>
            <a:xfrm>
              <a:off x="337434" y="890341"/>
              <a:ext cx="6174968" cy="304496"/>
              <a:chOff x="260086" y="5618711"/>
              <a:chExt cx="7388860" cy="304496"/>
            </a:xfrm>
          </p:grpSpPr>
          <p:cxnSp>
            <p:nvCxnSpPr>
              <p:cNvPr id="47" name="직선 연결선 46"/>
              <p:cNvCxnSpPr/>
              <p:nvPr/>
            </p:nvCxnSpPr>
            <p:spPr>
              <a:xfrm>
                <a:off x="260086" y="5618711"/>
                <a:ext cx="738886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직사각형 50"/>
              <p:cNvSpPr/>
              <p:nvPr/>
            </p:nvSpPr>
            <p:spPr>
              <a:xfrm>
                <a:off x="350872" y="5734971"/>
                <a:ext cx="1393824" cy="18823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 smtClean="0"/>
                  <a:t>조회일자</a:t>
                </a:r>
                <a:endParaRPr lang="ko-KR" altLang="en-US" sz="1050" b="1" dirty="0"/>
              </a:p>
            </p:txBody>
          </p:sp>
        </p:grpSp>
      </p:grpSp>
      <p:pic>
        <p:nvPicPr>
          <p:cNvPr id="5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744" y="671454"/>
            <a:ext cx="2280860" cy="210248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682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4104</TotalTime>
  <Words>1091</Words>
  <Application>Microsoft Office PowerPoint</Application>
  <PresentationFormat>화면 슬라이드 쇼(4:3)</PresentationFormat>
  <Paragraphs>746</Paragraphs>
  <Slides>26</Slides>
  <Notes>7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Registered User</dc:creator>
  <cp:lastModifiedBy>yunho</cp:lastModifiedBy>
  <cp:revision>345</cp:revision>
  <cp:lastPrinted>2017-04-21T23:59:33Z</cp:lastPrinted>
  <dcterms:created xsi:type="dcterms:W3CDTF">2013-12-23T01:10:18Z</dcterms:created>
  <dcterms:modified xsi:type="dcterms:W3CDTF">2017-04-28T15:13:44Z</dcterms:modified>
</cp:coreProperties>
</file>