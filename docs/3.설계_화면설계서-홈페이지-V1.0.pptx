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4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rts/chart5.xml" ContentType="application/vnd.openxmlformats-officedocument.drawingml.chart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337" r:id="rId3"/>
    <p:sldId id="387" r:id="rId4"/>
    <p:sldId id="339" r:id="rId5"/>
    <p:sldId id="338" r:id="rId6"/>
    <p:sldId id="340" r:id="rId7"/>
    <p:sldId id="341" r:id="rId8"/>
    <p:sldId id="343" r:id="rId9"/>
    <p:sldId id="342" r:id="rId10"/>
    <p:sldId id="348" r:id="rId11"/>
    <p:sldId id="346" r:id="rId12"/>
    <p:sldId id="347" r:id="rId13"/>
    <p:sldId id="349" r:id="rId14"/>
    <p:sldId id="384" r:id="rId15"/>
    <p:sldId id="345" r:id="rId16"/>
    <p:sldId id="350" r:id="rId17"/>
    <p:sldId id="352" r:id="rId18"/>
    <p:sldId id="353" r:id="rId19"/>
    <p:sldId id="356" r:id="rId20"/>
    <p:sldId id="363" r:id="rId21"/>
    <p:sldId id="371" r:id="rId22"/>
    <p:sldId id="399" r:id="rId23"/>
    <p:sldId id="393" r:id="rId24"/>
    <p:sldId id="392" r:id="rId25"/>
    <p:sldId id="395" r:id="rId26"/>
    <p:sldId id="398" r:id="rId27"/>
    <p:sldId id="394" r:id="rId28"/>
    <p:sldId id="396" r:id="rId29"/>
    <p:sldId id="397" r:id="rId30"/>
    <p:sldId id="390" r:id="rId31"/>
    <p:sldId id="380" r:id="rId32"/>
    <p:sldId id="378" r:id="rId33"/>
    <p:sldId id="382" r:id="rId34"/>
    <p:sldId id="389" r:id="rId35"/>
    <p:sldId id="391" r:id="rId36"/>
    <p:sldId id="377" r:id="rId37"/>
    <p:sldId id="385" r:id="rId38"/>
    <p:sldId id="379" r:id="rId39"/>
    <p:sldId id="388" r:id="rId40"/>
    <p:sldId id="386" r:id="rId41"/>
    <p:sldId id="381" r:id="rId42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91">
          <p15:clr>
            <a:srgbClr val="A4A3A4"/>
          </p15:clr>
        </p15:guide>
        <p15:guide id="2" pos="11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3300"/>
    <a:srgbClr val="ED1701"/>
    <a:srgbClr val="0D52DB"/>
    <a:srgbClr val="0000FF"/>
    <a:srgbClr val="DD5721"/>
    <a:srgbClr val="FE250E"/>
    <a:srgbClr val="E94605"/>
    <a:srgbClr val="C61604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32" autoAdjust="0"/>
    <p:restoredTop sz="98071" autoAdjust="0"/>
  </p:normalViewPr>
  <p:slideViewPr>
    <p:cSldViewPr>
      <p:cViewPr varScale="1">
        <p:scale>
          <a:sx n="111" d="100"/>
          <a:sy n="111" d="100"/>
        </p:scale>
        <p:origin x="-312" y="-90"/>
      </p:cViewPr>
      <p:guideLst>
        <p:guide orient="horz" pos="391"/>
        <p:guide pos="11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95000"/>
                </a:schemeClr>
              </a:solidFill>
            </c:spPr>
          </c:dPt>
          <c:dPt>
            <c:idx val="1"/>
            <c:bubble3D val="0"/>
            <c:spPr>
              <a:solidFill>
                <a:srgbClr val="E21E80"/>
              </a:solidFill>
            </c:spPr>
          </c:dPt>
          <c:dPt>
            <c:idx val="2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8"/>
      </c:doughnutChart>
    </c:plotArea>
    <c:plotVisOnly val="1"/>
    <c:dispBlanksAs val="zero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95000"/>
                </a:schemeClr>
              </a:solidFill>
            </c:spPr>
          </c:dPt>
          <c:dPt>
            <c:idx val="1"/>
            <c:bubble3D val="0"/>
            <c:spPr>
              <a:solidFill>
                <a:srgbClr val="E21E80"/>
              </a:solidFill>
            </c:spPr>
          </c:dPt>
          <c:dPt>
            <c:idx val="2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8"/>
      </c:doughnutChart>
    </c:plotArea>
    <c:plotVisOnly val="1"/>
    <c:dispBlanksAs val="zero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95000"/>
                </a:schemeClr>
              </a:solidFill>
            </c:spPr>
          </c:dPt>
          <c:dPt>
            <c:idx val="1"/>
            <c:bubble3D val="0"/>
            <c:spPr>
              <a:solidFill>
                <a:srgbClr val="E21E80"/>
              </a:solidFill>
            </c:spPr>
          </c:dPt>
          <c:dPt>
            <c:idx val="2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8"/>
      </c:doughnutChart>
    </c:plotArea>
    <c:plotVisOnly val="1"/>
    <c:dispBlanksAs val="zero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95000"/>
                </a:schemeClr>
              </a:solidFill>
            </c:spPr>
          </c:dPt>
          <c:dPt>
            <c:idx val="1"/>
            <c:bubble3D val="0"/>
            <c:spPr>
              <a:solidFill>
                <a:srgbClr val="E21E80"/>
              </a:solidFill>
            </c:spPr>
          </c:dPt>
          <c:dPt>
            <c:idx val="2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8"/>
      </c:doughnutChart>
    </c:plotArea>
    <c:plotVisOnly val="1"/>
    <c:dispBlanksAs val="zero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95000"/>
                </a:schemeClr>
              </a:solidFill>
            </c:spPr>
          </c:dPt>
          <c:dPt>
            <c:idx val="1"/>
            <c:bubble3D val="0"/>
            <c:spPr>
              <a:solidFill>
                <a:srgbClr val="E21E80"/>
              </a:solidFill>
            </c:spPr>
          </c:dPt>
          <c:dPt>
            <c:idx val="2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8"/>
      </c:doughnutChart>
    </c:plotArea>
    <c:plotVisOnly val="1"/>
    <c:dispBlanksAs val="zero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8B0DA9-5624-43C0-BD05-5C366094746A}" type="doc">
      <dgm:prSet loTypeId="urn:microsoft.com/office/officeart/2005/8/layout/orgChart1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079D2563-5BDD-42BD-A9B4-3F9DF2BDCF54}">
      <dgm:prSet phldrT="[텍스트]" custT="1"/>
      <dgm:spPr/>
      <dgm:t>
        <a:bodyPr/>
        <a:lstStyle/>
        <a:p>
          <a:pPr latinLnBrk="1"/>
          <a:r>
            <a:rPr lang="ko-KR" altLang="en-US" sz="1000" b="1" dirty="0" smtClean="0"/>
            <a:t>홈페이지</a:t>
          </a:r>
          <a:endParaRPr lang="ko-KR" altLang="en-US" sz="1000" b="1" dirty="0"/>
        </a:p>
      </dgm:t>
    </dgm:pt>
    <dgm:pt modelId="{82191034-37BE-4360-B5E5-DDF865EF2BA9}" type="parTrans" cxnId="{5FD1E9BB-DD4B-4BDE-9860-B0FD16C8FBC0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C1272F17-1335-41C0-8CC7-087E4CFDF6B4}" type="sibTrans" cxnId="{5FD1E9BB-DD4B-4BDE-9860-B0FD16C8FBC0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6EE3ED07-C87C-4869-A54C-65ACD80885BD}">
      <dgm:prSet phldrT="[텍스트]" custT="1"/>
      <dgm:spPr/>
      <dgm:t>
        <a:bodyPr/>
        <a:lstStyle/>
        <a:p>
          <a:pPr latinLnBrk="1"/>
          <a:r>
            <a:rPr lang="ko-KR" altLang="en-US" sz="1000" b="1" dirty="0" smtClean="0"/>
            <a:t>협회소개</a:t>
          </a:r>
          <a:endParaRPr lang="ko-KR" altLang="en-US" sz="1000" b="1" dirty="0"/>
        </a:p>
      </dgm:t>
    </dgm:pt>
    <dgm:pt modelId="{2FF5934F-8E6A-4FE8-B131-E7B6DBF24044}" type="parTrans" cxnId="{6ADB624B-2C67-460E-A019-D1960801CAB9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4301D955-BFC6-469D-B29C-85BDD067D661}" type="sibTrans" cxnId="{6ADB624B-2C67-460E-A019-D1960801CAB9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D8A1A04F-8CB6-417B-8428-7F2E464DE7DB}">
      <dgm:prSet phldrT="[텍스트]" custT="1"/>
      <dgm:spPr/>
      <dgm:t>
        <a:bodyPr/>
        <a:lstStyle/>
        <a:p>
          <a:pPr latinLnBrk="1"/>
          <a:r>
            <a:rPr lang="ko-KR" altLang="en-US" sz="1000" b="1" dirty="0" err="1" smtClean="0"/>
            <a:t>알림마당</a:t>
          </a:r>
          <a:endParaRPr lang="ko-KR" altLang="en-US" sz="1000" b="1" dirty="0"/>
        </a:p>
      </dgm:t>
    </dgm:pt>
    <dgm:pt modelId="{CE70F3F6-D58D-44F4-A3F9-68BEEDF4A67A}" type="parTrans" cxnId="{4654D90C-754A-48E8-8A49-BA1293096B3A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FFF0DEEA-782E-4362-84AE-1A9A1A37BAEC}" type="sibTrans" cxnId="{4654D90C-754A-48E8-8A49-BA1293096B3A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F0E0E152-23C5-4A3D-A3C3-15138703C1BF}">
      <dgm:prSet custT="1"/>
      <dgm:spPr/>
      <dgm:t>
        <a:bodyPr/>
        <a:lstStyle/>
        <a:p>
          <a:pPr latinLnBrk="1"/>
          <a:r>
            <a:rPr lang="ko-KR" altLang="en-US" sz="1000" b="1" dirty="0" smtClean="0"/>
            <a:t>인사말</a:t>
          </a:r>
          <a:endParaRPr lang="ko-KR" altLang="en-US" sz="1000" b="1" dirty="0"/>
        </a:p>
      </dgm:t>
    </dgm:pt>
    <dgm:pt modelId="{F672F94D-EB6C-4AF3-B3F4-B8EE73228B8D}" type="parTrans" cxnId="{801965DF-3D6B-4C0B-A888-3283157A7F09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2275739A-9E09-4E10-B5F8-1FD808EA352A}" type="sibTrans" cxnId="{801965DF-3D6B-4C0B-A888-3283157A7F09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D451290D-EB3F-426B-B6A5-698B68BEFD73}">
      <dgm:prSet phldrT="[텍스트]" custT="1"/>
      <dgm:spPr/>
      <dgm:t>
        <a:bodyPr/>
        <a:lstStyle/>
        <a:p>
          <a:pPr latinLnBrk="1"/>
          <a:r>
            <a:rPr lang="ko-KR" altLang="en-US" sz="1000" b="1" dirty="0" smtClean="0"/>
            <a:t>위생교육안내</a:t>
          </a:r>
          <a:endParaRPr lang="ko-KR" altLang="en-US" sz="1000" b="1" dirty="0"/>
        </a:p>
      </dgm:t>
    </dgm:pt>
    <dgm:pt modelId="{472125CF-7BA4-4469-8E4F-12085D2C641C}" type="parTrans" cxnId="{B9044E38-DF33-46F2-9935-839AE1C9B7C6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708C42AA-97D5-49AF-9361-D611E9E04504}" type="sibTrans" cxnId="{B9044E38-DF33-46F2-9935-839AE1C9B7C6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4829B18D-7F80-4A89-AE91-915FC7757807}">
      <dgm:prSet phldrT="[텍스트]" custT="1"/>
      <dgm:spPr/>
      <dgm:t>
        <a:bodyPr/>
        <a:lstStyle/>
        <a:p>
          <a:pPr latinLnBrk="1"/>
          <a:r>
            <a:rPr lang="ko-KR" altLang="en-US" sz="1000" b="1" dirty="0" smtClean="0"/>
            <a:t>공통</a:t>
          </a:r>
          <a:endParaRPr lang="ko-KR" altLang="en-US" sz="1000" b="1" dirty="0"/>
        </a:p>
      </dgm:t>
    </dgm:pt>
    <dgm:pt modelId="{31C747BB-0498-4B18-A3C2-C76124D657FE}" type="parTrans" cxnId="{592A673C-C047-45F8-824D-90D1C7B4F707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7FBF414C-83C2-4B56-B0CB-B8A942141C04}" type="sibTrans" cxnId="{592A673C-C047-45F8-824D-90D1C7B4F707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74504BC1-DF0D-485B-8B0E-DB6AC2F89C39}">
      <dgm:prSet custT="1"/>
      <dgm:spPr/>
      <dgm:t>
        <a:bodyPr/>
        <a:lstStyle/>
        <a:p>
          <a:pPr latinLnBrk="1"/>
          <a:r>
            <a:rPr lang="ko-KR" altLang="en-US" sz="1000" b="1" dirty="0" smtClean="0"/>
            <a:t>로그인</a:t>
          </a:r>
          <a:endParaRPr lang="ko-KR" altLang="en-US" sz="1000" b="1" dirty="0"/>
        </a:p>
      </dgm:t>
    </dgm:pt>
    <dgm:pt modelId="{A3BDF521-3220-4398-B52D-8B0EB8E20357}" type="parTrans" cxnId="{6A58ACEE-3FEE-4C10-B3C3-D27375AE3BC7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04DA68E9-F129-471A-B710-B57B9B45A68B}" type="sibTrans" cxnId="{6A58ACEE-3FEE-4C10-B3C3-D27375AE3BC7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750CD6A9-0C5F-4586-921F-5530B4967804}">
      <dgm:prSet custT="1"/>
      <dgm:spPr/>
      <dgm:t>
        <a:bodyPr/>
        <a:lstStyle/>
        <a:p>
          <a:pPr latinLnBrk="1"/>
          <a:r>
            <a:rPr lang="ko-KR" altLang="en-US" sz="1000" b="1" dirty="0" err="1" smtClean="0"/>
            <a:t>아이디찾기</a:t>
          </a:r>
          <a:endParaRPr lang="ko-KR" altLang="en-US" sz="1000" b="1" dirty="0"/>
        </a:p>
      </dgm:t>
    </dgm:pt>
    <dgm:pt modelId="{92330760-0E8E-4F21-8AD4-9257D5AD1286}" type="parTrans" cxnId="{F4C53A56-556D-426E-9E29-B75BEB60C9BD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99196D4A-D72F-4C77-86E1-11D1FB7E67A7}" type="sibTrans" cxnId="{F4C53A56-556D-426E-9E29-B75BEB60C9BD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646B7DDA-183B-40C9-A9F3-5E11EF35530A}">
      <dgm:prSet custT="1"/>
      <dgm:spPr/>
      <dgm:t>
        <a:bodyPr/>
        <a:lstStyle/>
        <a:p>
          <a:pPr latinLnBrk="1"/>
          <a:r>
            <a:rPr lang="ko-KR" altLang="en-US" sz="1000" b="1" dirty="0" err="1" smtClean="0"/>
            <a:t>비밀번호찾기</a:t>
          </a:r>
          <a:endParaRPr lang="ko-KR" altLang="en-US" sz="1000" b="1" dirty="0"/>
        </a:p>
      </dgm:t>
    </dgm:pt>
    <dgm:pt modelId="{FB6411D8-2E51-4165-B737-F443517AF7AB}" type="parTrans" cxnId="{2E43BF86-5ECF-4C1B-8EEA-E4423C582D4F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6113294F-8FCB-43A2-B4D2-30A9DBC51A3E}" type="sibTrans" cxnId="{2E43BF86-5ECF-4C1B-8EEA-E4423C582D4F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1ED2C38C-CE76-400F-BF4E-D4A80D4D70CD}">
      <dgm:prSet custT="1"/>
      <dgm:spPr/>
      <dgm:t>
        <a:bodyPr/>
        <a:lstStyle/>
        <a:p>
          <a:pPr latinLnBrk="1"/>
          <a:r>
            <a:rPr lang="ko-KR" altLang="en-US" sz="1000" b="1" dirty="0" smtClean="0"/>
            <a:t>회원가입</a:t>
          </a:r>
          <a:endParaRPr lang="ko-KR" altLang="en-US" sz="1000" b="1" dirty="0"/>
        </a:p>
      </dgm:t>
    </dgm:pt>
    <dgm:pt modelId="{517E2404-393B-417A-864C-D32D2EC98620}" type="parTrans" cxnId="{4D941DA7-5D60-4966-B177-404F8ACFE060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085C1111-BBF6-4574-A76C-B723DD40CBDF}" type="sibTrans" cxnId="{4D941DA7-5D60-4966-B177-404F8ACFE060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5C184689-8C40-4ECE-9280-50AE8C6170EF}">
      <dgm:prSet custT="1"/>
      <dgm:spPr/>
      <dgm:t>
        <a:bodyPr/>
        <a:lstStyle/>
        <a:p>
          <a:pPr latinLnBrk="1"/>
          <a:r>
            <a:rPr lang="ko-KR" altLang="en-US" sz="1000" b="1" dirty="0" smtClean="0"/>
            <a:t>이용약관</a:t>
          </a:r>
          <a:endParaRPr lang="ko-KR" altLang="en-US" sz="1000" b="1" dirty="0"/>
        </a:p>
      </dgm:t>
    </dgm:pt>
    <dgm:pt modelId="{E603E509-A6D8-4FD5-9793-2AE61AB72A73}" type="parTrans" cxnId="{B79BE039-5B12-4D5C-8B21-36CAAEAFBE21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2F68276B-F98E-4C6D-9E1E-FA0F091BBCA3}" type="sibTrans" cxnId="{B79BE039-5B12-4D5C-8B21-36CAAEAFBE21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DCD7BA17-E022-449A-80D1-57F14AF685C6}">
      <dgm:prSet custT="1"/>
      <dgm:spPr/>
      <dgm:t>
        <a:bodyPr/>
        <a:lstStyle/>
        <a:p>
          <a:pPr latinLnBrk="1"/>
          <a:r>
            <a:rPr lang="ko-KR" altLang="en-US" sz="1000" b="1" dirty="0" smtClean="0"/>
            <a:t>조직</a:t>
          </a:r>
          <a:endParaRPr lang="ko-KR" altLang="en-US" sz="1000" b="1" dirty="0"/>
        </a:p>
      </dgm:t>
    </dgm:pt>
    <dgm:pt modelId="{74153E8E-2789-4626-96D6-485D61139CE0}" type="parTrans" cxnId="{FC247B92-7546-4AF3-8D53-B82CD87C61C1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F3B7D487-32F7-437B-9C89-1B2779EA3574}" type="sibTrans" cxnId="{FC247B92-7546-4AF3-8D53-B82CD87C61C1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1BEA5798-AA20-4755-92B7-CF3C21F8B6EC}">
      <dgm:prSet custT="1"/>
      <dgm:spPr/>
      <dgm:t>
        <a:bodyPr/>
        <a:lstStyle/>
        <a:p>
          <a:pPr latinLnBrk="1"/>
          <a:r>
            <a:rPr lang="ko-KR" altLang="en-US" sz="1000" b="1" dirty="0" smtClean="0"/>
            <a:t>연혁</a:t>
          </a:r>
          <a:endParaRPr lang="ko-KR" altLang="en-US" sz="1000" b="1" dirty="0"/>
        </a:p>
      </dgm:t>
    </dgm:pt>
    <dgm:pt modelId="{9F8DFBC2-6B7A-4834-B47F-4EBC45E2DB32}" type="parTrans" cxnId="{9033EFE4-9D41-4066-A7EA-AE98C9B57599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BA7DDC29-8FCD-4243-83B7-B6820AC7E98F}" type="sibTrans" cxnId="{9033EFE4-9D41-4066-A7EA-AE98C9B57599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5F0BECE9-7A43-4C29-8E5A-1C006BA6E961}">
      <dgm:prSet custT="1"/>
      <dgm:spPr/>
      <dgm:t>
        <a:bodyPr/>
        <a:lstStyle/>
        <a:p>
          <a:pPr latinLnBrk="1"/>
          <a:r>
            <a:rPr lang="ko-KR" altLang="en-US" sz="1000" b="1" dirty="0" err="1" smtClean="0"/>
            <a:t>찾아오시는길</a:t>
          </a:r>
          <a:endParaRPr lang="ko-KR" altLang="en-US" sz="1000" b="1" dirty="0"/>
        </a:p>
      </dgm:t>
    </dgm:pt>
    <dgm:pt modelId="{F73E8672-65E8-43B3-A26F-F47ABAFCA995}" type="parTrans" cxnId="{EA2CF655-C85E-4E53-A0F4-434ED51FF942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3D89FC89-E3CC-4383-BE11-8EECF215752B}" type="sibTrans" cxnId="{EA2CF655-C85E-4E53-A0F4-434ED51FF942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516C4D11-4FD1-4AA0-BB21-D0B219014409}">
      <dgm:prSet custT="1"/>
      <dgm:spPr/>
      <dgm:t>
        <a:bodyPr/>
        <a:lstStyle/>
        <a:p>
          <a:pPr latinLnBrk="1"/>
          <a:r>
            <a:rPr lang="ko-KR" altLang="en-US" sz="1000" b="1" dirty="0" smtClean="0"/>
            <a:t>공지사항</a:t>
          </a:r>
          <a:endParaRPr lang="ko-KR" altLang="en-US" sz="1000" b="1" dirty="0"/>
        </a:p>
      </dgm:t>
    </dgm:pt>
    <dgm:pt modelId="{94FB42AA-68FA-4463-BF78-D0B51B09A4BC}" type="parTrans" cxnId="{301F4977-920D-4F8E-9E75-691C1C8C203F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C3ACA1C8-6C52-4F4C-ABED-0480E2C40111}" type="sibTrans" cxnId="{301F4977-920D-4F8E-9E75-691C1C8C203F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EAA93EAF-896A-45B8-B074-3AC362AF8E99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ko-KR" altLang="en-US" sz="800" b="1" dirty="0" err="1" smtClean="0"/>
            <a:t>마이페이지</a:t>
          </a:r>
          <a:endParaRPr lang="ko-KR" altLang="en-US" sz="800" b="1" dirty="0"/>
        </a:p>
      </dgm:t>
    </dgm:pt>
    <dgm:pt modelId="{C3F2F2EB-78FE-41BE-AA5C-ACFE01FD4C28}" type="parTrans" cxnId="{61112410-2AD9-4B87-B0A7-F2C8E39B5CCE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F44866B8-EF94-4BB9-9A88-E4C4F591B7E4}" type="sibTrans" cxnId="{61112410-2AD9-4B87-B0A7-F2C8E39B5CCE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7C22D443-28B5-4085-AF2F-C9123824264E}">
      <dgm:prSet custT="1"/>
      <dgm:spPr/>
      <dgm:t>
        <a:bodyPr/>
        <a:lstStyle/>
        <a:p>
          <a:pPr latinLnBrk="1"/>
          <a:r>
            <a:rPr lang="ko-KR" altLang="en-US" sz="1000" b="1" dirty="0" err="1" smtClean="0"/>
            <a:t>새소식</a:t>
          </a:r>
          <a:endParaRPr lang="ko-KR" altLang="en-US" sz="1000" b="1" dirty="0"/>
        </a:p>
      </dgm:t>
    </dgm:pt>
    <dgm:pt modelId="{35C435CD-65F5-4BA3-B219-AB031AE88799}" type="parTrans" cxnId="{6CB75529-932F-49FE-B04E-1389D5DF3A0B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84C6A70E-12A1-425D-ADD0-AA5D667265B0}" type="sibTrans" cxnId="{6CB75529-932F-49FE-B04E-1389D5DF3A0B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757ABE1B-317F-4EA8-AB10-8F9C86620510}">
      <dgm:prSet custT="1"/>
      <dgm:spPr/>
      <dgm:t>
        <a:bodyPr/>
        <a:lstStyle/>
        <a:p>
          <a:pPr latinLnBrk="1"/>
          <a:r>
            <a:rPr lang="ko-KR" altLang="en-US" sz="1000" b="1" dirty="0" smtClean="0"/>
            <a:t>행사안내</a:t>
          </a:r>
          <a:endParaRPr lang="ko-KR" altLang="en-US" sz="1000" b="1" dirty="0"/>
        </a:p>
      </dgm:t>
    </dgm:pt>
    <dgm:pt modelId="{21F5CBA8-9609-41F9-8128-A5C7894C3777}" type="parTrans" cxnId="{D142A25C-6808-48A3-96D5-0E87C070DAAD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0F263AC6-E805-45EA-92F9-D06E970346BB}" type="sibTrans" cxnId="{D142A25C-6808-48A3-96D5-0E87C070DAAD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E18E4BA0-5EB9-44BD-B108-725838502C75}">
      <dgm:prSet custT="1"/>
      <dgm:spPr/>
      <dgm:t>
        <a:bodyPr/>
        <a:lstStyle/>
        <a:p>
          <a:pPr latinLnBrk="1"/>
          <a:r>
            <a:rPr lang="ko-KR" altLang="en-US" sz="1000" b="1" dirty="0" err="1" smtClean="0"/>
            <a:t>자주묻는질문</a:t>
          </a:r>
          <a:endParaRPr lang="ko-KR" altLang="en-US" sz="1000" b="1" dirty="0"/>
        </a:p>
      </dgm:t>
    </dgm:pt>
    <dgm:pt modelId="{3AE73F78-E73B-4794-8778-A817A066586F}" type="parTrans" cxnId="{AD4F13C2-4573-4ED7-A1DD-9BA7B08EC24A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45AEEDE6-CC5C-442A-ACA2-A8488697B18A}" type="sibTrans" cxnId="{AD4F13C2-4573-4ED7-A1DD-9BA7B08EC24A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14D1F157-19FC-46A8-BEF0-D995FC19EFC5}">
      <dgm:prSet custT="1"/>
      <dgm:spPr/>
      <dgm:t>
        <a:bodyPr/>
        <a:lstStyle/>
        <a:p>
          <a:pPr latinLnBrk="1"/>
          <a:r>
            <a:rPr lang="ko-KR" altLang="en-US" sz="1000" b="1" dirty="0" smtClean="0"/>
            <a:t>자료실</a:t>
          </a:r>
          <a:endParaRPr lang="ko-KR" altLang="en-US" sz="1000" b="1" dirty="0"/>
        </a:p>
      </dgm:t>
    </dgm:pt>
    <dgm:pt modelId="{10B25323-D25C-4610-8E5B-47FD3F0F230D}" type="parTrans" cxnId="{A84BB95C-3A02-47F7-BE49-21E766A589A3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63D1F59E-9CB1-421C-8DC7-109263FC6CDA}" type="sibTrans" cxnId="{A84BB95C-3A02-47F7-BE49-21E766A589A3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CB0B6DAE-CF76-4A2E-BED2-0AADF6B16DA2}">
      <dgm:prSet custT="1"/>
      <dgm:spPr/>
      <dgm:t>
        <a:bodyPr/>
        <a:lstStyle/>
        <a:p>
          <a:pPr latinLnBrk="1"/>
          <a:r>
            <a:rPr lang="ko-KR" altLang="en-US" sz="1000" b="1" dirty="0" err="1" smtClean="0"/>
            <a:t>자주묻는질문</a:t>
          </a:r>
          <a:endParaRPr lang="ko-KR" altLang="en-US" sz="1000" b="1" dirty="0"/>
        </a:p>
      </dgm:t>
    </dgm:pt>
    <dgm:pt modelId="{F8AAC8B8-D58B-4CF1-AF70-16CD7822ADB3}" type="parTrans" cxnId="{8B9B2C79-D2C9-4532-BE87-279BC7AEABC2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D2ADE9B1-651D-4EC4-9A0B-F8F6D15186E2}" type="sibTrans" cxnId="{8B9B2C79-D2C9-4532-BE87-279BC7AEABC2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2E6E1414-93D1-4029-8121-37CB7E95B499}">
      <dgm:prSet phldrT="[텍스트]" custT="1"/>
      <dgm:spPr/>
      <dgm:t>
        <a:bodyPr/>
        <a:lstStyle/>
        <a:p>
          <a:pPr latinLnBrk="1"/>
          <a:r>
            <a:rPr lang="ko-KR" altLang="en-US" sz="1000" b="1" dirty="0" smtClean="0"/>
            <a:t>정보센터</a:t>
          </a:r>
          <a:endParaRPr lang="ko-KR" altLang="en-US" sz="1000" b="1" dirty="0"/>
        </a:p>
      </dgm:t>
    </dgm:pt>
    <dgm:pt modelId="{ED582103-935B-4668-8A9A-63D5592D00EA}" type="parTrans" cxnId="{EA35096B-CFEA-4E92-8B28-62C59536D969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96C1DF08-4F55-4D95-9884-2E4E457CC40D}" type="sibTrans" cxnId="{EA35096B-CFEA-4E92-8B28-62C59536D969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AAD6A436-1B11-4FC1-B17D-A79C48CA9DB6}">
      <dgm:prSet custT="1"/>
      <dgm:spPr/>
      <dgm:t>
        <a:bodyPr/>
        <a:lstStyle/>
        <a:p>
          <a:pPr latinLnBrk="1"/>
          <a:r>
            <a:rPr lang="ko-KR" altLang="en-US" sz="800" b="1" dirty="0" smtClean="0"/>
            <a:t>공개자료실</a:t>
          </a:r>
          <a:endParaRPr lang="ko-KR" altLang="en-US" sz="800" b="1" dirty="0"/>
        </a:p>
      </dgm:t>
    </dgm:pt>
    <dgm:pt modelId="{35C31375-5CAE-4A35-BB26-7C262AEF2715}" type="parTrans" cxnId="{9309D588-BBBB-4406-A458-4885C7D1BC21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C1427491-A146-4BF6-92A0-BB64F19E1903}" type="sibTrans" cxnId="{9309D588-BBBB-4406-A458-4885C7D1BC21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EAD92EAE-DEE8-4E7A-A254-AF97882F317C}">
      <dgm:prSet custT="1"/>
      <dgm:spPr/>
      <dgm:t>
        <a:bodyPr/>
        <a:lstStyle/>
        <a:p>
          <a:pPr latinLnBrk="1"/>
          <a:r>
            <a:rPr lang="ko-KR" altLang="en-US" sz="1000" b="1" dirty="0" err="1" smtClean="0"/>
            <a:t>표준도급비산출표</a:t>
          </a:r>
          <a:endParaRPr lang="ko-KR" altLang="en-US" sz="1000" b="1" dirty="0"/>
        </a:p>
      </dgm:t>
    </dgm:pt>
    <dgm:pt modelId="{55A3D867-6D25-4ECF-B264-9E7D28DB10A1}" type="parTrans" cxnId="{E703B153-FC64-45A4-A5DC-65122DF8A037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9BDC579A-EBC8-4D4F-8D72-A794CBC9C024}" type="sibTrans" cxnId="{E703B153-FC64-45A4-A5DC-65122DF8A037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637C717E-CEA5-40C8-86A4-625E7BCBD010}">
      <dgm:prSet custT="1"/>
      <dgm:spPr/>
      <dgm:t>
        <a:bodyPr/>
        <a:lstStyle/>
        <a:p>
          <a:pPr latinLnBrk="1"/>
          <a:r>
            <a:rPr lang="ko-KR" altLang="en-US" sz="1000" b="1" dirty="0" smtClean="0"/>
            <a:t>구인</a:t>
          </a:r>
          <a:r>
            <a:rPr lang="en-US" altLang="ko-KR" sz="1000" b="1" dirty="0" smtClean="0"/>
            <a:t>&amp;</a:t>
          </a:r>
          <a:r>
            <a:rPr lang="ko-KR" altLang="en-US" sz="1000" b="1" dirty="0" smtClean="0"/>
            <a:t>구직</a:t>
          </a:r>
          <a:endParaRPr lang="ko-KR" altLang="en-US" sz="1000" b="1" dirty="0"/>
        </a:p>
      </dgm:t>
    </dgm:pt>
    <dgm:pt modelId="{C98A85A2-CCF0-4883-90C3-3814CC33A9A4}" type="parTrans" cxnId="{68D27B64-DA6A-4FD8-A10D-366A93346F24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592B5D99-51CB-407F-8F29-A24BB3C8E069}" type="sibTrans" cxnId="{68D27B64-DA6A-4FD8-A10D-366A93346F24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541F4E9C-ABBB-4FCD-8AD7-331BD60F3CAE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 latinLnBrk="1"/>
          <a:r>
            <a:rPr lang="ko-KR" altLang="en-US" sz="1000" b="1" dirty="0" smtClean="0"/>
            <a:t>회원정보</a:t>
          </a:r>
          <a:endParaRPr lang="en-US" altLang="ko-KR" sz="1000" b="1" dirty="0" smtClean="0"/>
        </a:p>
        <a:p>
          <a:pPr algn="ctr" latinLnBrk="1"/>
          <a:r>
            <a:rPr lang="en-US" altLang="ko-KR" sz="1000" b="1" dirty="0" smtClean="0"/>
            <a:t>-</a:t>
          </a:r>
          <a:r>
            <a:rPr lang="ko-KR" altLang="en-US" sz="1000" b="1" dirty="0" err="1" smtClean="0"/>
            <a:t>회원사</a:t>
          </a:r>
          <a:r>
            <a:rPr lang="ko-KR" altLang="en-US" sz="1000" b="1" dirty="0" smtClean="0"/>
            <a:t> 검색</a:t>
          </a:r>
          <a:endParaRPr lang="en-US" altLang="ko-KR" sz="1000" b="1" dirty="0" smtClean="0"/>
        </a:p>
        <a:p>
          <a:pPr algn="ctr" latinLnBrk="1"/>
          <a:r>
            <a:rPr lang="en-US" altLang="ko-KR" sz="1000" b="1" dirty="0" smtClean="0"/>
            <a:t>-</a:t>
          </a:r>
          <a:r>
            <a:rPr lang="ko-KR" altLang="en-US" sz="1000" b="1" dirty="0" smtClean="0"/>
            <a:t>회비 납부내역</a:t>
          </a:r>
          <a:endParaRPr lang="en-US" altLang="ko-KR" sz="1000" b="1" dirty="0" smtClean="0"/>
        </a:p>
      </dgm:t>
    </dgm:pt>
    <dgm:pt modelId="{2F5D2931-C817-4191-B804-195019EA3C47}" type="parTrans" cxnId="{049A3D3C-626F-4D56-B6E5-C777880F3C51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32123CA7-96B4-4C9E-80F2-8E64C04B1858}" type="sibTrans" cxnId="{049A3D3C-626F-4D56-B6E5-C777880F3C51}">
      <dgm:prSet/>
      <dgm:spPr/>
      <dgm:t>
        <a:bodyPr/>
        <a:lstStyle/>
        <a:p>
          <a:pPr latinLnBrk="1"/>
          <a:endParaRPr lang="ko-KR" altLang="en-US" sz="1000" b="1"/>
        </a:p>
      </dgm:t>
    </dgm:pt>
    <dgm:pt modelId="{96A321F1-343D-4DD4-AD80-710639706A3F}">
      <dgm:prSet/>
      <dgm:spPr/>
      <dgm:t>
        <a:bodyPr/>
        <a:lstStyle/>
        <a:p>
          <a:pPr latinLnBrk="1"/>
          <a:r>
            <a:rPr lang="ko-KR" altLang="en-US" b="1" dirty="0" smtClean="0"/>
            <a:t>개인정보처리방침</a:t>
          </a:r>
          <a:endParaRPr lang="ko-KR" altLang="en-US" b="1" dirty="0"/>
        </a:p>
      </dgm:t>
    </dgm:pt>
    <dgm:pt modelId="{1FD92D95-8F88-4955-BBC1-295E08341C5F}" type="parTrans" cxnId="{A0582BDD-3461-43A0-9238-139EAB23709D}">
      <dgm:prSet/>
      <dgm:spPr/>
      <dgm:t>
        <a:bodyPr/>
        <a:lstStyle/>
        <a:p>
          <a:pPr latinLnBrk="1"/>
          <a:endParaRPr lang="ko-KR" altLang="en-US"/>
        </a:p>
      </dgm:t>
    </dgm:pt>
    <dgm:pt modelId="{01254BCC-A704-4535-A1E2-2371C6366559}" type="sibTrans" cxnId="{A0582BDD-3461-43A0-9238-139EAB23709D}">
      <dgm:prSet/>
      <dgm:spPr/>
      <dgm:t>
        <a:bodyPr/>
        <a:lstStyle/>
        <a:p>
          <a:pPr latinLnBrk="1"/>
          <a:endParaRPr lang="ko-KR" altLang="en-US"/>
        </a:p>
      </dgm:t>
    </dgm:pt>
    <dgm:pt modelId="{140986B3-F3B1-4CDA-9C7C-AF124AB4E9B3}">
      <dgm:prSet/>
      <dgm:spPr/>
      <dgm:t>
        <a:bodyPr/>
        <a:lstStyle/>
        <a:p>
          <a:pPr latinLnBrk="1"/>
          <a:r>
            <a:rPr lang="ko-KR" altLang="en-US" b="1" dirty="0" smtClean="0"/>
            <a:t>저작권보호법</a:t>
          </a:r>
          <a:endParaRPr lang="ko-KR" altLang="en-US" b="1" dirty="0"/>
        </a:p>
      </dgm:t>
    </dgm:pt>
    <dgm:pt modelId="{EE80C9F4-6742-47C9-8C87-960D5D862651}" type="parTrans" cxnId="{05563DF0-2A5B-4857-8F63-746EB365AC51}">
      <dgm:prSet/>
      <dgm:spPr/>
      <dgm:t>
        <a:bodyPr/>
        <a:lstStyle/>
        <a:p>
          <a:pPr latinLnBrk="1"/>
          <a:endParaRPr lang="ko-KR" altLang="en-US"/>
        </a:p>
      </dgm:t>
    </dgm:pt>
    <dgm:pt modelId="{9DD67573-9766-4FC5-8370-CC16BED242EA}" type="sibTrans" cxnId="{05563DF0-2A5B-4857-8F63-746EB365AC51}">
      <dgm:prSet/>
      <dgm:spPr/>
      <dgm:t>
        <a:bodyPr/>
        <a:lstStyle/>
        <a:p>
          <a:pPr latinLnBrk="1"/>
          <a:endParaRPr lang="ko-KR" altLang="en-US"/>
        </a:p>
      </dgm:t>
    </dgm:pt>
    <dgm:pt modelId="{851146E8-C655-4FBC-B6AC-E9E465A63C4F}">
      <dgm:prSet/>
      <dgm:spPr/>
      <dgm:t>
        <a:bodyPr/>
        <a:lstStyle/>
        <a:p>
          <a:pPr latinLnBrk="1"/>
          <a:r>
            <a:rPr lang="ko-KR" altLang="en-US" b="1" dirty="0" smtClean="0"/>
            <a:t>광고문의</a:t>
          </a:r>
          <a:endParaRPr lang="ko-KR" altLang="en-US" b="1" dirty="0"/>
        </a:p>
      </dgm:t>
    </dgm:pt>
    <dgm:pt modelId="{4EAB019A-3ABE-4136-BD43-36AE54814325}" type="parTrans" cxnId="{1BF2BF70-F218-484F-B8DA-C594729E6F87}">
      <dgm:prSet/>
      <dgm:spPr/>
      <dgm:t>
        <a:bodyPr/>
        <a:lstStyle/>
        <a:p>
          <a:pPr latinLnBrk="1"/>
          <a:endParaRPr lang="ko-KR" altLang="en-US"/>
        </a:p>
      </dgm:t>
    </dgm:pt>
    <dgm:pt modelId="{454E2D8A-A65A-4DD9-A8EF-8D8F28FC7A2D}" type="sibTrans" cxnId="{1BF2BF70-F218-484F-B8DA-C594729E6F87}">
      <dgm:prSet/>
      <dgm:spPr/>
      <dgm:t>
        <a:bodyPr/>
        <a:lstStyle/>
        <a:p>
          <a:pPr latinLnBrk="1"/>
          <a:endParaRPr lang="ko-KR" altLang="en-US"/>
        </a:p>
      </dgm:t>
    </dgm:pt>
    <dgm:pt modelId="{730C4467-E536-41E1-820F-6393F8FDEC5F}">
      <dgm:prSet/>
      <dgm:spPr/>
      <dgm:t>
        <a:bodyPr/>
        <a:lstStyle/>
        <a:p>
          <a:pPr latinLnBrk="1"/>
          <a:r>
            <a:rPr lang="en-US" altLang="ko-KR" b="1" dirty="0" smtClean="0"/>
            <a:t>Contact US</a:t>
          </a:r>
          <a:endParaRPr lang="ko-KR" altLang="en-US" b="1" dirty="0"/>
        </a:p>
      </dgm:t>
    </dgm:pt>
    <dgm:pt modelId="{3DE4E5E6-B4EF-40BC-97F0-1D2C049F7931}" type="parTrans" cxnId="{0F2F3885-BF3A-4F17-AFFD-AEF1E4C6CA01}">
      <dgm:prSet/>
      <dgm:spPr/>
      <dgm:t>
        <a:bodyPr/>
        <a:lstStyle/>
        <a:p>
          <a:pPr latinLnBrk="1"/>
          <a:endParaRPr lang="ko-KR" altLang="en-US"/>
        </a:p>
      </dgm:t>
    </dgm:pt>
    <dgm:pt modelId="{145B34A3-4300-4221-BC11-5A4E7B76DDA3}" type="sibTrans" cxnId="{0F2F3885-BF3A-4F17-AFFD-AEF1E4C6CA01}">
      <dgm:prSet/>
      <dgm:spPr/>
      <dgm:t>
        <a:bodyPr/>
        <a:lstStyle/>
        <a:p>
          <a:pPr latinLnBrk="1"/>
          <a:endParaRPr lang="ko-KR" altLang="en-US"/>
        </a:p>
      </dgm:t>
    </dgm:pt>
    <dgm:pt modelId="{FB711AA4-0241-4286-BCF4-8DAFB14D02D5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ko-KR" altLang="en-US" b="1" dirty="0" smtClean="0"/>
            <a:t>교육신청</a:t>
          </a:r>
          <a:endParaRPr lang="ko-KR" altLang="en-US" b="1" dirty="0"/>
        </a:p>
      </dgm:t>
    </dgm:pt>
    <dgm:pt modelId="{234AF9E2-A188-48F4-999F-A843CD787717}" type="parTrans" cxnId="{9B2CD25A-6A58-4538-A7DB-FA7130180D27}">
      <dgm:prSet/>
      <dgm:spPr/>
      <dgm:t>
        <a:bodyPr/>
        <a:lstStyle/>
        <a:p>
          <a:pPr latinLnBrk="1"/>
          <a:endParaRPr lang="ko-KR" altLang="en-US"/>
        </a:p>
      </dgm:t>
    </dgm:pt>
    <dgm:pt modelId="{D1AAC9B4-630D-4DBA-BEA0-4E89A7A19FC9}" type="sibTrans" cxnId="{9B2CD25A-6A58-4538-A7DB-FA7130180D27}">
      <dgm:prSet/>
      <dgm:spPr/>
      <dgm:t>
        <a:bodyPr/>
        <a:lstStyle/>
        <a:p>
          <a:pPr latinLnBrk="1"/>
          <a:endParaRPr lang="ko-KR" altLang="en-US"/>
        </a:p>
      </dgm:t>
    </dgm:pt>
    <dgm:pt modelId="{207118EC-B4CF-4E26-9EE5-7EF64786E4C3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ko-KR" altLang="en-US" b="1" dirty="0" smtClean="0"/>
            <a:t>영수증</a:t>
          </a:r>
          <a:r>
            <a:rPr lang="en-US" altLang="ko-KR" b="1" dirty="0" smtClean="0"/>
            <a:t>/</a:t>
          </a:r>
          <a:r>
            <a:rPr lang="ko-KR" altLang="en-US" b="1" dirty="0" smtClean="0"/>
            <a:t>전표출력</a:t>
          </a:r>
          <a:endParaRPr lang="ko-KR" altLang="en-US" b="1" dirty="0"/>
        </a:p>
      </dgm:t>
    </dgm:pt>
    <dgm:pt modelId="{A80C4A97-30D2-414C-9A10-095247F99E1A}" type="parTrans" cxnId="{77C0CCA6-3A1D-4ACE-AC8E-1335C33F4C38}">
      <dgm:prSet/>
      <dgm:spPr/>
      <dgm:t>
        <a:bodyPr/>
        <a:lstStyle/>
        <a:p>
          <a:pPr latinLnBrk="1"/>
          <a:endParaRPr lang="ko-KR" altLang="en-US"/>
        </a:p>
      </dgm:t>
    </dgm:pt>
    <dgm:pt modelId="{3B4B6AC6-843E-411B-B642-61AFA50B2E25}" type="sibTrans" cxnId="{77C0CCA6-3A1D-4ACE-AC8E-1335C33F4C38}">
      <dgm:prSet/>
      <dgm:spPr/>
      <dgm:t>
        <a:bodyPr/>
        <a:lstStyle/>
        <a:p>
          <a:pPr latinLnBrk="1"/>
          <a:endParaRPr lang="ko-KR" altLang="en-US"/>
        </a:p>
      </dgm:t>
    </dgm:pt>
    <dgm:pt modelId="{E8F6F905-9FF8-4968-95F4-C1539CE59D1B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ko-KR" altLang="en-US" b="1" dirty="0" smtClean="0"/>
            <a:t>교육수강</a:t>
          </a:r>
          <a:endParaRPr lang="ko-KR" altLang="en-US" b="1" dirty="0"/>
        </a:p>
      </dgm:t>
    </dgm:pt>
    <dgm:pt modelId="{302E1D64-FB6E-4109-971C-176BA0480B08}" type="parTrans" cxnId="{96606A76-898D-4456-BEC3-99FF6DAE9B65}">
      <dgm:prSet/>
      <dgm:spPr/>
      <dgm:t>
        <a:bodyPr/>
        <a:lstStyle/>
        <a:p>
          <a:pPr latinLnBrk="1"/>
          <a:endParaRPr lang="ko-KR" altLang="en-US"/>
        </a:p>
      </dgm:t>
    </dgm:pt>
    <dgm:pt modelId="{83892F84-2B44-432E-8BE8-94CD1913A74F}" type="sibTrans" cxnId="{96606A76-898D-4456-BEC3-99FF6DAE9B65}">
      <dgm:prSet/>
      <dgm:spPr/>
      <dgm:t>
        <a:bodyPr/>
        <a:lstStyle/>
        <a:p>
          <a:pPr latinLnBrk="1"/>
          <a:endParaRPr lang="ko-KR" altLang="en-US"/>
        </a:p>
      </dgm:t>
    </dgm:pt>
    <dgm:pt modelId="{C6694192-2115-4FB9-90D8-C3BF887D7F05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ko-KR" altLang="en-US" b="1" dirty="0" smtClean="0"/>
            <a:t>건의사항</a:t>
          </a:r>
          <a:endParaRPr lang="ko-KR" altLang="en-US" b="1" dirty="0"/>
        </a:p>
      </dgm:t>
    </dgm:pt>
    <dgm:pt modelId="{A91B4869-953D-4135-9494-02D426A73270}" type="parTrans" cxnId="{F28B1845-3581-40A2-ACFD-F5488EE210AD}">
      <dgm:prSet/>
      <dgm:spPr/>
      <dgm:t>
        <a:bodyPr/>
        <a:lstStyle/>
        <a:p>
          <a:pPr latinLnBrk="1"/>
          <a:endParaRPr lang="ko-KR" altLang="en-US"/>
        </a:p>
      </dgm:t>
    </dgm:pt>
    <dgm:pt modelId="{28E75356-A8B8-42AB-AB1C-8F61070C6880}" type="sibTrans" cxnId="{F28B1845-3581-40A2-ACFD-F5488EE210AD}">
      <dgm:prSet/>
      <dgm:spPr/>
      <dgm:t>
        <a:bodyPr/>
        <a:lstStyle/>
        <a:p>
          <a:pPr latinLnBrk="1"/>
          <a:endParaRPr lang="ko-KR" altLang="en-US"/>
        </a:p>
      </dgm:t>
    </dgm:pt>
    <dgm:pt modelId="{52587CDC-5BAA-4036-98AF-596429BFC6B1}" type="pres">
      <dgm:prSet presAssocID="{2C8B0DA9-5624-43C0-BD05-5C366094746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A8DB464-AEFB-4D70-95A2-F727601528FF}" type="pres">
      <dgm:prSet presAssocID="{079D2563-5BDD-42BD-A9B4-3F9DF2BDCF54}" presName="hierRoot1" presStyleCnt="0">
        <dgm:presLayoutVars>
          <dgm:hierBranch val="init"/>
        </dgm:presLayoutVars>
      </dgm:prSet>
      <dgm:spPr/>
    </dgm:pt>
    <dgm:pt modelId="{08EC700E-D28B-4282-8CA8-8D061283AFC4}" type="pres">
      <dgm:prSet presAssocID="{079D2563-5BDD-42BD-A9B4-3F9DF2BDCF54}" presName="rootComposite1" presStyleCnt="0"/>
      <dgm:spPr/>
    </dgm:pt>
    <dgm:pt modelId="{0CDA4825-8282-45C8-BFB0-2246AFE53E74}" type="pres">
      <dgm:prSet presAssocID="{079D2563-5BDD-42BD-A9B4-3F9DF2BDCF54}" presName="rootText1" presStyleLbl="node0" presStyleIdx="0" presStyleCnt="1" custScaleY="5217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1241FD5-083E-436F-831C-B7D5684DDF17}" type="pres">
      <dgm:prSet presAssocID="{079D2563-5BDD-42BD-A9B4-3F9DF2BDCF54}" presName="rootConnector1" presStyleLbl="node1" presStyleIdx="0" presStyleCnt="0"/>
      <dgm:spPr/>
      <dgm:t>
        <a:bodyPr/>
        <a:lstStyle/>
        <a:p>
          <a:pPr latinLnBrk="1"/>
          <a:endParaRPr lang="ko-KR" altLang="en-US"/>
        </a:p>
      </dgm:t>
    </dgm:pt>
    <dgm:pt modelId="{594214D4-B535-4D30-B493-2431BC3652BD}" type="pres">
      <dgm:prSet presAssocID="{079D2563-5BDD-42BD-A9B4-3F9DF2BDCF54}" presName="hierChild2" presStyleCnt="0"/>
      <dgm:spPr/>
    </dgm:pt>
    <dgm:pt modelId="{A8FD8707-9C96-43CB-9657-6E47CC2B4684}" type="pres">
      <dgm:prSet presAssocID="{2FF5934F-8E6A-4FE8-B131-E7B6DBF24044}" presName="Name37" presStyleLbl="parChTrans1D2" presStyleIdx="0" presStyleCnt="5" custSzY="578135"/>
      <dgm:spPr/>
      <dgm:t>
        <a:bodyPr/>
        <a:lstStyle/>
        <a:p>
          <a:pPr latinLnBrk="1"/>
          <a:endParaRPr lang="ko-KR" altLang="en-US"/>
        </a:p>
      </dgm:t>
    </dgm:pt>
    <dgm:pt modelId="{B12B0916-EE45-44BD-8630-FD443C0CBFB5}" type="pres">
      <dgm:prSet presAssocID="{6EE3ED07-C87C-4869-A54C-65ACD80885BD}" presName="hierRoot2" presStyleCnt="0">
        <dgm:presLayoutVars>
          <dgm:hierBranch val="init"/>
        </dgm:presLayoutVars>
      </dgm:prSet>
      <dgm:spPr/>
    </dgm:pt>
    <dgm:pt modelId="{5448BE16-3E9D-41B6-BAE6-35831DFC0210}" type="pres">
      <dgm:prSet presAssocID="{6EE3ED07-C87C-4869-A54C-65ACD80885BD}" presName="rootComposite" presStyleCnt="0"/>
      <dgm:spPr/>
    </dgm:pt>
    <dgm:pt modelId="{126919AA-5B44-4AA1-AD9D-C16183F77E3A}" type="pres">
      <dgm:prSet presAssocID="{6EE3ED07-C87C-4869-A54C-65ACD80885BD}" presName="rootText" presStyleLbl="node2" presStyleIdx="0" presStyleCnt="5" custScaleY="52173" custLinFactNeighborX="-15597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1770347-D9B2-4977-B433-809508C75DC4}" type="pres">
      <dgm:prSet presAssocID="{6EE3ED07-C87C-4869-A54C-65ACD80885BD}" presName="rootConnector" presStyleLbl="node2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8C880120-B653-49C8-A5F4-52E6D3372936}" type="pres">
      <dgm:prSet presAssocID="{6EE3ED07-C87C-4869-A54C-65ACD80885BD}" presName="hierChild4" presStyleCnt="0"/>
      <dgm:spPr/>
    </dgm:pt>
    <dgm:pt modelId="{91E9583A-4902-4F7A-AA58-73BAB115E48C}" type="pres">
      <dgm:prSet presAssocID="{F672F94D-EB6C-4AF3-B3F4-B8EE73228B8D}" presName="Name37" presStyleLbl="parChTrans1D3" presStyleIdx="0" presStyleCnt="28" custSzY="735238"/>
      <dgm:spPr/>
      <dgm:t>
        <a:bodyPr/>
        <a:lstStyle/>
        <a:p>
          <a:pPr latinLnBrk="1"/>
          <a:endParaRPr lang="ko-KR" altLang="en-US"/>
        </a:p>
      </dgm:t>
    </dgm:pt>
    <dgm:pt modelId="{838C6A95-E819-401D-8595-2AAA7848E237}" type="pres">
      <dgm:prSet presAssocID="{F0E0E152-23C5-4A3D-A3C3-15138703C1BF}" presName="hierRoot2" presStyleCnt="0">
        <dgm:presLayoutVars>
          <dgm:hierBranch val="init"/>
        </dgm:presLayoutVars>
      </dgm:prSet>
      <dgm:spPr/>
    </dgm:pt>
    <dgm:pt modelId="{27F100F0-844F-4EFB-934D-7F29C93F2AB6}" type="pres">
      <dgm:prSet presAssocID="{F0E0E152-23C5-4A3D-A3C3-15138703C1BF}" presName="rootComposite" presStyleCnt="0"/>
      <dgm:spPr/>
    </dgm:pt>
    <dgm:pt modelId="{F5A74D09-2D8B-4E2B-BDC1-CFB5F0954EC7}" type="pres">
      <dgm:prSet presAssocID="{F0E0E152-23C5-4A3D-A3C3-15138703C1BF}" presName="rootText" presStyleLbl="node3" presStyleIdx="0" presStyleCnt="28" custScaleY="52173" custLinFactNeighborX="-15597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65BC5B9-FEAA-4EFC-B493-62DF1C254178}" type="pres">
      <dgm:prSet presAssocID="{F0E0E152-23C5-4A3D-A3C3-15138703C1BF}" presName="rootConnector" presStyleLbl="node3" presStyleIdx="0" presStyleCnt="28"/>
      <dgm:spPr/>
      <dgm:t>
        <a:bodyPr/>
        <a:lstStyle/>
        <a:p>
          <a:pPr latinLnBrk="1"/>
          <a:endParaRPr lang="ko-KR" altLang="en-US"/>
        </a:p>
      </dgm:t>
    </dgm:pt>
    <dgm:pt modelId="{90376663-5E5D-4F14-945B-C9D2C3D9A1A2}" type="pres">
      <dgm:prSet presAssocID="{F0E0E152-23C5-4A3D-A3C3-15138703C1BF}" presName="hierChild4" presStyleCnt="0"/>
      <dgm:spPr/>
    </dgm:pt>
    <dgm:pt modelId="{140E064A-95B5-4724-AC83-F1CBC06FECEC}" type="pres">
      <dgm:prSet presAssocID="{F0E0E152-23C5-4A3D-A3C3-15138703C1BF}" presName="hierChild5" presStyleCnt="0"/>
      <dgm:spPr/>
    </dgm:pt>
    <dgm:pt modelId="{81D80E15-EC05-42BF-A03D-CA6E399AE610}" type="pres">
      <dgm:prSet presAssocID="{74153E8E-2789-4626-96D6-485D61139CE0}" presName="Name37" presStyleLbl="parChTrans1D3" presStyleIdx="1" presStyleCnt="28" custSzY="735238"/>
      <dgm:spPr/>
      <dgm:t>
        <a:bodyPr/>
        <a:lstStyle/>
        <a:p>
          <a:pPr latinLnBrk="1"/>
          <a:endParaRPr lang="ko-KR" altLang="en-US"/>
        </a:p>
      </dgm:t>
    </dgm:pt>
    <dgm:pt modelId="{DB8942A2-AFBC-4E56-8BA5-13B5C91301AF}" type="pres">
      <dgm:prSet presAssocID="{DCD7BA17-E022-449A-80D1-57F14AF685C6}" presName="hierRoot2" presStyleCnt="0">
        <dgm:presLayoutVars>
          <dgm:hierBranch val="init"/>
        </dgm:presLayoutVars>
      </dgm:prSet>
      <dgm:spPr/>
    </dgm:pt>
    <dgm:pt modelId="{D2343BFA-DCB5-46AF-B10F-3A23F1E2CD50}" type="pres">
      <dgm:prSet presAssocID="{DCD7BA17-E022-449A-80D1-57F14AF685C6}" presName="rootComposite" presStyleCnt="0"/>
      <dgm:spPr/>
    </dgm:pt>
    <dgm:pt modelId="{511601A7-362C-49A9-9EDA-295C533D1B20}" type="pres">
      <dgm:prSet presAssocID="{DCD7BA17-E022-449A-80D1-57F14AF685C6}" presName="rootText" presStyleLbl="node3" presStyleIdx="1" presStyleCnt="28" custScaleY="52173" custLinFactNeighborX="-15597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E1BFFEE-3B03-4D59-99E6-081AC28E4C7C}" type="pres">
      <dgm:prSet presAssocID="{DCD7BA17-E022-449A-80D1-57F14AF685C6}" presName="rootConnector" presStyleLbl="node3" presStyleIdx="1" presStyleCnt="28"/>
      <dgm:spPr/>
      <dgm:t>
        <a:bodyPr/>
        <a:lstStyle/>
        <a:p>
          <a:pPr latinLnBrk="1"/>
          <a:endParaRPr lang="ko-KR" altLang="en-US"/>
        </a:p>
      </dgm:t>
    </dgm:pt>
    <dgm:pt modelId="{4FC83EC4-68D3-493A-8844-A8B8EC5A2DAE}" type="pres">
      <dgm:prSet presAssocID="{DCD7BA17-E022-449A-80D1-57F14AF685C6}" presName="hierChild4" presStyleCnt="0"/>
      <dgm:spPr/>
    </dgm:pt>
    <dgm:pt modelId="{C4D6A941-6CF8-4D97-BB75-DF8CB71BB511}" type="pres">
      <dgm:prSet presAssocID="{DCD7BA17-E022-449A-80D1-57F14AF685C6}" presName="hierChild5" presStyleCnt="0"/>
      <dgm:spPr/>
    </dgm:pt>
    <dgm:pt modelId="{7343C667-645E-4558-83DB-B11032C2E818}" type="pres">
      <dgm:prSet presAssocID="{9F8DFBC2-6B7A-4834-B47F-4EBC45E2DB32}" presName="Name37" presStyleLbl="parChTrans1D3" presStyleIdx="2" presStyleCnt="28" custSzY="735238"/>
      <dgm:spPr/>
      <dgm:t>
        <a:bodyPr/>
        <a:lstStyle/>
        <a:p>
          <a:pPr latinLnBrk="1"/>
          <a:endParaRPr lang="ko-KR" altLang="en-US"/>
        </a:p>
      </dgm:t>
    </dgm:pt>
    <dgm:pt modelId="{95414414-F27D-425F-9171-32729E19780F}" type="pres">
      <dgm:prSet presAssocID="{1BEA5798-AA20-4755-92B7-CF3C21F8B6EC}" presName="hierRoot2" presStyleCnt="0">
        <dgm:presLayoutVars>
          <dgm:hierBranch val="init"/>
        </dgm:presLayoutVars>
      </dgm:prSet>
      <dgm:spPr/>
    </dgm:pt>
    <dgm:pt modelId="{0D4E76A4-6ED9-4ADB-8CF3-1DAEB383F9DA}" type="pres">
      <dgm:prSet presAssocID="{1BEA5798-AA20-4755-92B7-CF3C21F8B6EC}" presName="rootComposite" presStyleCnt="0"/>
      <dgm:spPr/>
    </dgm:pt>
    <dgm:pt modelId="{70ACA0CA-B87F-4924-B527-7160176F7F7E}" type="pres">
      <dgm:prSet presAssocID="{1BEA5798-AA20-4755-92B7-CF3C21F8B6EC}" presName="rootText" presStyleLbl="node3" presStyleIdx="2" presStyleCnt="28" custScaleY="52173" custLinFactNeighborX="-15597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837A88F-5F83-4F5F-BE86-3B1C41B3821E}" type="pres">
      <dgm:prSet presAssocID="{1BEA5798-AA20-4755-92B7-CF3C21F8B6EC}" presName="rootConnector" presStyleLbl="node3" presStyleIdx="2" presStyleCnt="28"/>
      <dgm:spPr/>
      <dgm:t>
        <a:bodyPr/>
        <a:lstStyle/>
        <a:p>
          <a:pPr latinLnBrk="1"/>
          <a:endParaRPr lang="ko-KR" altLang="en-US"/>
        </a:p>
      </dgm:t>
    </dgm:pt>
    <dgm:pt modelId="{07228C53-6BDE-41F2-9DB1-48C021DA6255}" type="pres">
      <dgm:prSet presAssocID="{1BEA5798-AA20-4755-92B7-CF3C21F8B6EC}" presName="hierChild4" presStyleCnt="0"/>
      <dgm:spPr/>
    </dgm:pt>
    <dgm:pt modelId="{D444C8B1-2954-43CA-A948-C859FE342D0C}" type="pres">
      <dgm:prSet presAssocID="{1BEA5798-AA20-4755-92B7-CF3C21F8B6EC}" presName="hierChild5" presStyleCnt="0"/>
      <dgm:spPr/>
    </dgm:pt>
    <dgm:pt modelId="{2995FAE2-BB50-41BF-A246-60303D243562}" type="pres">
      <dgm:prSet presAssocID="{F73E8672-65E8-43B3-A26F-F47ABAFCA995}" presName="Name37" presStyleLbl="parChTrans1D3" presStyleIdx="3" presStyleCnt="28" custSzY="735238"/>
      <dgm:spPr/>
      <dgm:t>
        <a:bodyPr/>
        <a:lstStyle/>
        <a:p>
          <a:pPr latinLnBrk="1"/>
          <a:endParaRPr lang="ko-KR" altLang="en-US"/>
        </a:p>
      </dgm:t>
    </dgm:pt>
    <dgm:pt modelId="{80D78A08-2F87-468B-B8DC-0D9FA9B7ED26}" type="pres">
      <dgm:prSet presAssocID="{5F0BECE9-7A43-4C29-8E5A-1C006BA6E961}" presName="hierRoot2" presStyleCnt="0">
        <dgm:presLayoutVars>
          <dgm:hierBranch val="init"/>
        </dgm:presLayoutVars>
      </dgm:prSet>
      <dgm:spPr/>
    </dgm:pt>
    <dgm:pt modelId="{20614C96-CF9A-49D1-86C3-275F51C3773C}" type="pres">
      <dgm:prSet presAssocID="{5F0BECE9-7A43-4C29-8E5A-1C006BA6E961}" presName="rootComposite" presStyleCnt="0"/>
      <dgm:spPr/>
    </dgm:pt>
    <dgm:pt modelId="{64487651-BAE3-4522-A4E4-F2A2105D9FA0}" type="pres">
      <dgm:prSet presAssocID="{5F0BECE9-7A43-4C29-8E5A-1C006BA6E961}" presName="rootText" presStyleLbl="node3" presStyleIdx="3" presStyleCnt="28" custScaleY="52173" custLinFactNeighborX="-15597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50EE31F-32E8-44F0-98E5-E72B965FA434}" type="pres">
      <dgm:prSet presAssocID="{5F0BECE9-7A43-4C29-8E5A-1C006BA6E961}" presName="rootConnector" presStyleLbl="node3" presStyleIdx="3" presStyleCnt="28"/>
      <dgm:spPr/>
      <dgm:t>
        <a:bodyPr/>
        <a:lstStyle/>
        <a:p>
          <a:pPr latinLnBrk="1"/>
          <a:endParaRPr lang="ko-KR" altLang="en-US"/>
        </a:p>
      </dgm:t>
    </dgm:pt>
    <dgm:pt modelId="{81C2E098-2A51-4EED-8556-CE39D8CD223A}" type="pres">
      <dgm:prSet presAssocID="{5F0BECE9-7A43-4C29-8E5A-1C006BA6E961}" presName="hierChild4" presStyleCnt="0"/>
      <dgm:spPr/>
    </dgm:pt>
    <dgm:pt modelId="{FE2B547E-BF1F-4B6F-99C7-37168C6C1560}" type="pres">
      <dgm:prSet presAssocID="{5F0BECE9-7A43-4C29-8E5A-1C006BA6E961}" presName="hierChild5" presStyleCnt="0"/>
      <dgm:spPr/>
    </dgm:pt>
    <dgm:pt modelId="{7FC8C45E-DCC3-4E7F-AC70-73352B913F87}" type="pres">
      <dgm:prSet presAssocID="{6EE3ED07-C87C-4869-A54C-65ACD80885BD}" presName="hierChild5" presStyleCnt="0"/>
      <dgm:spPr/>
    </dgm:pt>
    <dgm:pt modelId="{8DBE9472-38C9-4B3A-9B13-FBC9769C1BB3}" type="pres">
      <dgm:prSet presAssocID="{CE70F3F6-D58D-44F4-A3F9-68BEEDF4A67A}" presName="Name37" presStyleLbl="parChTrans1D2" presStyleIdx="1" presStyleCnt="5" custSzY="578135"/>
      <dgm:spPr/>
      <dgm:t>
        <a:bodyPr/>
        <a:lstStyle/>
        <a:p>
          <a:pPr latinLnBrk="1"/>
          <a:endParaRPr lang="ko-KR" altLang="en-US"/>
        </a:p>
      </dgm:t>
    </dgm:pt>
    <dgm:pt modelId="{D3F641BB-039E-4F6D-993F-3EF27AA56BB5}" type="pres">
      <dgm:prSet presAssocID="{D8A1A04F-8CB6-417B-8428-7F2E464DE7DB}" presName="hierRoot2" presStyleCnt="0">
        <dgm:presLayoutVars>
          <dgm:hierBranch val="init"/>
        </dgm:presLayoutVars>
      </dgm:prSet>
      <dgm:spPr/>
    </dgm:pt>
    <dgm:pt modelId="{C0E1C7EE-D7C4-42AC-AFF2-30F4ADF58AF2}" type="pres">
      <dgm:prSet presAssocID="{D8A1A04F-8CB6-417B-8428-7F2E464DE7DB}" presName="rootComposite" presStyleCnt="0"/>
      <dgm:spPr/>
    </dgm:pt>
    <dgm:pt modelId="{B1DB7839-545D-432F-BCDA-A02FAB4968E2}" type="pres">
      <dgm:prSet presAssocID="{D8A1A04F-8CB6-417B-8428-7F2E464DE7DB}" presName="rootText" presStyleLbl="node2" presStyleIdx="1" presStyleCnt="5" custScaleY="52173" custLinFactX="13661" custLinFactNeighborX="100000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BAA09C4-C856-4810-BB06-370FFC2989A8}" type="pres">
      <dgm:prSet presAssocID="{D8A1A04F-8CB6-417B-8428-7F2E464DE7DB}" presName="rootConnector" presStyleLbl="node2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24687E00-F5C0-478D-AA46-6CA773FE4D55}" type="pres">
      <dgm:prSet presAssocID="{D8A1A04F-8CB6-417B-8428-7F2E464DE7DB}" presName="hierChild4" presStyleCnt="0"/>
      <dgm:spPr/>
    </dgm:pt>
    <dgm:pt modelId="{1EE3A958-935C-47BA-A8D5-EA00D3D7BB97}" type="pres">
      <dgm:prSet presAssocID="{94FB42AA-68FA-4463-BF78-D0B51B09A4BC}" presName="Name37" presStyleLbl="parChTrans1D3" presStyleIdx="4" presStyleCnt="28"/>
      <dgm:spPr/>
      <dgm:t>
        <a:bodyPr/>
        <a:lstStyle/>
        <a:p>
          <a:pPr latinLnBrk="1"/>
          <a:endParaRPr lang="ko-KR" altLang="en-US"/>
        </a:p>
      </dgm:t>
    </dgm:pt>
    <dgm:pt modelId="{FE6D411D-EF9E-4850-A1BD-83C6C368E689}" type="pres">
      <dgm:prSet presAssocID="{516C4D11-4FD1-4AA0-BB21-D0B219014409}" presName="hierRoot2" presStyleCnt="0">
        <dgm:presLayoutVars>
          <dgm:hierBranch val="init"/>
        </dgm:presLayoutVars>
      </dgm:prSet>
      <dgm:spPr/>
    </dgm:pt>
    <dgm:pt modelId="{4DBDACD2-32F6-44E1-870A-ED60C807A1D7}" type="pres">
      <dgm:prSet presAssocID="{516C4D11-4FD1-4AA0-BB21-D0B219014409}" presName="rootComposite" presStyleCnt="0"/>
      <dgm:spPr/>
    </dgm:pt>
    <dgm:pt modelId="{F95739FD-6D4A-488D-9235-BD9F2FFC40F4}" type="pres">
      <dgm:prSet presAssocID="{516C4D11-4FD1-4AA0-BB21-D0B219014409}" presName="rootText" presStyleLbl="node3" presStyleIdx="4" presStyleCnt="28" custScaleY="70014" custLinFactX="13661" custLinFactNeighborX="100000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C663E8F-CBC6-48B8-BFE9-4B3E00DF9C57}" type="pres">
      <dgm:prSet presAssocID="{516C4D11-4FD1-4AA0-BB21-D0B219014409}" presName="rootConnector" presStyleLbl="node3" presStyleIdx="4" presStyleCnt="28"/>
      <dgm:spPr/>
      <dgm:t>
        <a:bodyPr/>
        <a:lstStyle/>
        <a:p>
          <a:pPr latinLnBrk="1"/>
          <a:endParaRPr lang="ko-KR" altLang="en-US"/>
        </a:p>
      </dgm:t>
    </dgm:pt>
    <dgm:pt modelId="{8922C5DF-DFC4-4157-AE03-8835158493E4}" type="pres">
      <dgm:prSet presAssocID="{516C4D11-4FD1-4AA0-BB21-D0B219014409}" presName="hierChild4" presStyleCnt="0"/>
      <dgm:spPr/>
    </dgm:pt>
    <dgm:pt modelId="{09C7BE36-E061-46D9-9110-4FB8B1001719}" type="pres">
      <dgm:prSet presAssocID="{516C4D11-4FD1-4AA0-BB21-D0B219014409}" presName="hierChild5" presStyleCnt="0"/>
      <dgm:spPr/>
    </dgm:pt>
    <dgm:pt modelId="{985E7C76-6010-4E28-A90B-E77D3FAEA659}" type="pres">
      <dgm:prSet presAssocID="{35C435CD-65F5-4BA3-B219-AB031AE88799}" presName="Name37" presStyleLbl="parChTrans1D3" presStyleIdx="5" presStyleCnt="28"/>
      <dgm:spPr/>
      <dgm:t>
        <a:bodyPr/>
        <a:lstStyle/>
        <a:p>
          <a:pPr latinLnBrk="1"/>
          <a:endParaRPr lang="ko-KR" altLang="en-US"/>
        </a:p>
      </dgm:t>
    </dgm:pt>
    <dgm:pt modelId="{659A3222-6F3E-4955-8277-59C6A1C3BE6A}" type="pres">
      <dgm:prSet presAssocID="{7C22D443-28B5-4085-AF2F-C9123824264E}" presName="hierRoot2" presStyleCnt="0">
        <dgm:presLayoutVars>
          <dgm:hierBranch val="init"/>
        </dgm:presLayoutVars>
      </dgm:prSet>
      <dgm:spPr/>
    </dgm:pt>
    <dgm:pt modelId="{64036038-2F0D-4828-AB74-BD8CDF47D3A3}" type="pres">
      <dgm:prSet presAssocID="{7C22D443-28B5-4085-AF2F-C9123824264E}" presName="rootComposite" presStyleCnt="0"/>
      <dgm:spPr/>
    </dgm:pt>
    <dgm:pt modelId="{0DCFA2FB-E01A-47A7-B663-005F574F6DAC}" type="pres">
      <dgm:prSet presAssocID="{7C22D443-28B5-4085-AF2F-C9123824264E}" presName="rootText" presStyleLbl="node3" presStyleIdx="5" presStyleCnt="28" custScaleY="70014" custLinFactX="13661" custLinFactNeighborX="100000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F4484B7-162E-4AE8-B288-478F02F8D0F7}" type="pres">
      <dgm:prSet presAssocID="{7C22D443-28B5-4085-AF2F-C9123824264E}" presName="rootConnector" presStyleLbl="node3" presStyleIdx="5" presStyleCnt="28"/>
      <dgm:spPr/>
      <dgm:t>
        <a:bodyPr/>
        <a:lstStyle/>
        <a:p>
          <a:pPr latinLnBrk="1"/>
          <a:endParaRPr lang="ko-KR" altLang="en-US"/>
        </a:p>
      </dgm:t>
    </dgm:pt>
    <dgm:pt modelId="{CF1B55FB-7769-4D6B-8F42-229AFB2DEDA1}" type="pres">
      <dgm:prSet presAssocID="{7C22D443-28B5-4085-AF2F-C9123824264E}" presName="hierChild4" presStyleCnt="0"/>
      <dgm:spPr/>
    </dgm:pt>
    <dgm:pt modelId="{E3226CDC-143A-4151-8C4D-DD0D0B96AA8A}" type="pres">
      <dgm:prSet presAssocID="{7C22D443-28B5-4085-AF2F-C9123824264E}" presName="hierChild5" presStyleCnt="0"/>
      <dgm:spPr/>
    </dgm:pt>
    <dgm:pt modelId="{8F53CB83-BDD0-4045-80C1-834F297389E1}" type="pres">
      <dgm:prSet presAssocID="{21F5CBA8-9609-41F9-8128-A5C7894C3777}" presName="Name37" presStyleLbl="parChTrans1D3" presStyleIdx="6" presStyleCnt="28"/>
      <dgm:spPr/>
      <dgm:t>
        <a:bodyPr/>
        <a:lstStyle/>
        <a:p>
          <a:pPr latinLnBrk="1"/>
          <a:endParaRPr lang="ko-KR" altLang="en-US"/>
        </a:p>
      </dgm:t>
    </dgm:pt>
    <dgm:pt modelId="{338DFC8A-0032-42F6-BF44-EA022521A8F6}" type="pres">
      <dgm:prSet presAssocID="{757ABE1B-317F-4EA8-AB10-8F9C86620510}" presName="hierRoot2" presStyleCnt="0">
        <dgm:presLayoutVars>
          <dgm:hierBranch val="init"/>
        </dgm:presLayoutVars>
      </dgm:prSet>
      <dgm:spPr/>
    </dgm:pt>
    <dgm:pt modelId="{C11152D8-54FE-48CF-84AC-DBEA6F8DCB31}" type="pres">
      <dgm:prSet presAssocID="{757ABE1B-317F-4EA8-AB10-8F9C86620510}" presName="rootComposite" presStyleCnt="0"/>
      <dgm:spPr/>
    </dgm:pt>
    <dgm:pt modelId="{B8959AC9-37A5-48C2-A5C0-E1263A9B91D9}" type="pres">
      <dgm:prSet presAssocID="{757ABE1B-317F-4EA8-AB10-8F9C86620510}" presName="rootText" presStyleLbl="node3" presStyleIdx="6" presStyleCnt="28" custScaleY="70014" custLinFactX="13661" custLinFactNeighborX="100000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BE1E2CE-656D-44B0-A26B-3229E295235F}" type="pres">
      <dgm:prSet presAssocID="{757ABE1B-317F-4EA8-AB10-8F9C86620510}" presName="rootConnector" presStyleLbl="node3" presStyleIdx="6" presStyleCnt="28"/>
      <dgm:spPr/>
      <dgm:t>
        <a:bodyPr/>
        <a:lstStyle/>
        <a:p>
          <a:pPr latinLnBrk="1"/>
          <a:endParaRPr lang="ko-KR" altLang="en-US"/>
        </a:p>
      </dgm:t>
    </dgm:pt>
    <dgm:pt modelId="{2C548160-FACC-4BBA-A7F9-E628CBBC85FA}" type="pres">
      <dgm:prSet presAssocID="{757ABE1B-317F-4EA8-AB10-8F9C86620510}" presName="hierChild4" presStyleCnt="0"/>
      <dgm:spPr/>
    </dgm:pt>
    <dgm:pt modelId="{106B196A-D149-40E2-A44A-ECC94C635E90}" type="pres">
      <dgm:prSet presAssocID="{757ABE1B-317F-4EA8-AB10-8F9C86620510}" presName="hierChild5" presStyleCnt="0"/>
      <dgm:spPr/>
    </dgm:pt>
    <dgm:pt modelId="{FF0AE0C2-5A16-4D94-AC4F-64C8FA10A8E9}" type="pres">
      <dgm:prSet presAssocID="{3AE73F78-E73B-4794-8778-A817A066586F}" presName="Name37" presStyleLbl="parChTrans1D3" presStyleIdx="7" presStyleCnt="28"/>
      <dgm:spPr/>
      <dgm:t>
        <a:bodyPr/>
        <a:lstStyle/>
        <a:p>
          <a:pPr latinLnBrk="1"/>
          <a:endParaRPr lang="ko-KR" altLang="en-US"/>
        </a:p>
      </dgm:t>
    </dgm:pt>
    <dgm:pt modelId="{EBBEFE72-1A0B-416B-A3FC-5A622C0DCDC4}" type="pres">
      <dgm:prSet presAssocID="{E18E4BA0-5EB9-44BD-B108-725838502C75}" presName="hierRoot2" presStyleCnt="0">
        <dgm:presLayoutVars>
          <dgm:hierBranch val="init"/>
        </dgm:presLayoutVars>
      </dgm:prSet>
      <dgm:spPr/>
    </dgm:pt>
    <dgm:pt modelId="{28BF10D4-5687-496A-B483-7C5D426FF02D}" type="pres">
      <dgm:prSet presAssocID="{E18E4BA0-5EB9-44BD-B108-725838502C75}" presName="rootComposite" presStyleCnt="0"/>
      <dgm:spPr/>
    </dgm:pt>
    <dgm:pt modelId="{8B563AA4-28D4-4759-B0D1-66306B4F6F6C}" type="pres">
      <dgm:prSet presAssocID="{E18E4BA0-5EB9-44BD-B108-725838502C75}" presName="rootText" presStyleLbl="node3" presStyleIdx="7" presStyleCnt="28" custScaleY="70014" custLinFactX="13661" custLinFactNeighborX="100000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DE13153-05C5-4616-8174-47C23450989C}" type="pres">
      <dgm:prSet presAssocID="{E18E4BA0-5EB9-44BD-B108-725838502C75}" presName="rootConnector" presStyleLbl="node3" presStyleIdx="7" presStyleCnt="28"/>
      <dgm:spPr/>
      <dgm:t>
        <a:bodyPr/>
        <a:lstStyle/>
        <a:p>
          <a:pPr latinLnBrk="1"/>
          <a:endParaRPr lang="ko-KR" altLang="en-US"/>
        </a:p>
      </dgm:t>
    </dgm:pt>
    <dgm:pt modelId="{D6714E98-71EA-4DE2-B9CF-EEBD11D9B54C}" type="pres">
      <dgm:prSet presAssocID="{E18E4BA0-5EB9-44BD-B108-725838502C75}" presName="hierChild4" presStyleCnt="0"/>
      <dgm:spPr/>
    </dgm:pt>
    <dgm:pt modelId="{33570AD7-FA5A-4359-B298-C3E938478A8E}" type="pres">
      <dgm:prSet presAssocID="{E18E4BA0-5EB9-44BD-B108-725838502C75}" presName="hierChild5" presStyleCnt="0"/>
      <dgm:spPr/>
    </dgm:pt>
    <dgm:pt modelId="{CFFB7436-4BD5-4DE3-8F13-92718F6A80BA}" type="pres">
      <dgm:prSet presAssocID="{A91B4869-953D-4135-9494-02D426A73270}" presName="Name37" presStyleLbl="parChTrans1D3" presStyleIdx="8" presStyleCnt="28"/>
      <dgm:spPr/>
    </dgm:pt>
    <dgm:pt modelId="{592279AC-8257-4C56-B6AD-7A7B146E3525}" type="pres">
      <dgm:prSet presAssocID="{C6694192-2115-4FB9-90D8-C3BF887D7F05}" presName="hierRoot2" presStyleCnt="0">
        <dgm:presLayoutVars>
          <dgm:hierBranch val="init"/>
        </dgm:presLayoutVars>
      </dgm:prSet>
      <dgm:spPr/>
    </dgm:pt>
    <dgm:pt modelId="{0E639CCD-8262-4730-930C-29468B55A82E}" type="pres">
      <dgm:prSet presAssocID="{C6694192-2115-4FB9-90D8-C3BF887D7F05}" presName="rootComposite" presStyleCnt="0"/>
      <dgm:spPr/>
    </dgm:pt>
    <dgm:pt modelId="{C129B130-CB72-48A1-8C04-9B813D6E1D59}" type="pres">
      <dgm:prSet presAssocID="{C6694192-2115-4FB9-90D8-C3BF887D7F05}" presName="rootText" presStyleLbl="node3" presStyleIdx="8" presStyleCnt="28" custScaleY="70014" custLinFactX="13661" custLinFactNeighborX="100000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527CAD0-A61B-440C-82EE-641AC6FADBD5}" type="pres">
      <dgm:prSet presAssocID="{C6694192-2115-4FB9-90D8-C3BF887D7F05}" presName="rootConnector" presStyleLbl="node3" presStyleIdx="8" presStyleCnt="28"/>
      <dgm:spPr/>
      <dgm:t>
        <a:bodyPr/>
        <a:lstStyle/>
        <a:p>
          <a:pPr latinLnBrk="1"/>
          <a:endParaRPr lang="ko-KR" altLang="en-US"/>
        </a:p>
      </dgm:t>
    </dgm:pt>
    <dgm:pt modelId="{7002B1F7-F279-40DD-B2E1-71801AACC9C6}" type="pres">
      <dgm:prSet presAssocID="{C6694192-2115-4FB9-90D8-C3BF887D7F05}" presName="hierChild4" presStyleCnt="0"/>
      <dgm:spPr/>
    </dgm:pt>
    <dgm:pt modelId="{434A5E59-6205-4F5D-B8FF-A52681481078}" type="pres">
      <dgm:prSet presAssocID="{C6694192-2115-4FB9-90D8-C3BF887D7F05}" presName="hierChild5" presStyleCnt="0"/>
      <dgm:spPr/>
    </dgm:pt>
    <dgm:pt modelId="{95F2E650-1F4C-4097-B022-4BFB06CA71FC}" type="pres">
      <dgm:prSet presAssocID="{D8A1A04F-8CB6-417B-8428-7F2E464DE7DB}" presName="hierChild5" presStyleCnt="0"/>
      <dgm:spPr/>
    </dgm:pt>
    <dgm:pt modelId="{5DCBBE76-77BA-47CC-AC56-A091AA3E83D2}" type="pres">
      <dgm:prSet presAssocID="{472125CF-7BA4-4469-8E4F-12085D2C641C}" presName="Name37" presStyleLbl="parChTrans1D2" presStyleIdx="2" presStyleCnt="5" custSzY="578135"/>
      <dgm:spPr/>
      <dgm:t>
        <a:bodyPr/>
        <a:lstStyle/>
        <a:p>
          <a:pPr latinLnBrk="1"/>
          <a:endParaRPr lang="ko-KR" altLang="en-US"/>
        </a:p>
      </dgm:t>
    </dgm:pt>
    <dgm:pt modelId="{F6DAA531-32C9-425B-AD38-17B09790C933}" type="pres">
      <dgm:prSet presAssocID="{D451290D-EB3F-426B-B6A5-698B68BEFD73}" presName="hierRoot2" presStyleCnt="0">
        <dgm:presLayoutVars>
          <dgm:hierBranch val="init"/>
        </dgm:presLayoutVars>
      </dgm:prSet>
      <dgm:spPr/>
    </dgm:pt>
    <dgm:pt modelId="{B7845A2D-3F7B-4A22-B2C0-A22B207CF3A2}" type="pres">
      <dgm:prSet presAssocID="{D451290D-EB3F-426B-B6A5-698B68BEFD73}" presName="rootComposite" presStyleCnt="0"/>
      <dgm:spPr/>
    </dgm:pt>
    <dgm:pt modelId="{D4EBC231-D986-4035-9124-09D8F735CBBA}" type="pres">
      <dgm:prSet presAssocID="{D451290D-EB3F-426B-B6A5-698B68BEFD73}" presName="rootText" presStyleLbl="node2" presStyleIdx="2" presStyleCnt="5" custScaleY="52173" custLinFactX="-29793" custLinFactNeighborX="-100000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3A5A9CD-6A9F-4CF3-9B77-01FD3548D238}" type="pres">
      <dgm:prSet presAssocID="{D451290D-EB3F-426B-B6A5-698B68BEFD73}" presName="rootConnector" presStyleLbl="node2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3748BE8F-BC56-41B8-AB8C-E7F96F78C296}" type="pres">
      <dgm:prSet presAssocID="{D451290D-EB3F-426B-B6A5-698B68BEFD73}" presName="hierChild4" presStyleCnt="0"/>
      <dgm:spPr/>
    </dgm:pt>
    <dgm:pt modelId="{A6880EB0-D6AB-4D34-8F97-52D38980EC34}" type="pres">
      <dgm:prSet presAssocID="{C3F2F2EB-78FE-41BE-AA5C-ACFE01FD4C28}" presName="Name37" presStyleLbl="parChTrans1D3" presStyleIdx="9" presStyleCnt="28"/>
      <dgm:spPr/>
      <dgm:t>
        <a:bodyPr/>
        <a:lstStyle/>
        <a:p>
          <a:pPr latinLnBrk="1"/>
          <a:endParaRPr lang="ko-KR" altLang="en-US"/>
        </a:p>
      </dgm:t>
    </dgm:pt>
    <dgm:pt modelId="{C37C2907-C730-4A32-82C0-587565C618C8}" type="pres">
      <dgm:prSet presAssocID="{EAA93EAF-896A-45B8-B074-3AC362AF8E99}" presName="hierRoot2" presStyleCnt="0">
        <dgm:presLayoutVars>
          <dgm:hierBranch val="init"/>
        </dgm:presLayoutVars>
      </dgm:prSet>
      <dgm:spPr/>
    </dgm:pt>
    <dgm:pt modelId="{10C491BF-52EA-43C8-AC84-7E9724C6682C}" type="pres">
      <dgm:prSet presAssocID="{EAA93EAF-896A-45B8-B074-3AC362AF8E99}" presName="rootComposite" presStyleCnt="0"/>
      <dgm:spPr/>
    </dgm:pt>
    <dgm:pt modelId="{6DABD23B-8095-420A-AA5E-A5B19743AE21}" type="pres">
      <dgm:prSet presAssocID="{EAA93EAF-896A-45B8-B074-3AC362AF8E99}" presName="rootText" presStyleLbl="node3" presStyleIdx="9" presStyleCnt="28" custScaleY="70014" custLinFactX="-29793" custLinFactNeighborX="-100000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36B03FE-7DE4-454B-B824-75BE069CD6F3}" type="pres">
      <dgm:prSet presAssocID="{EAA93EAF-896A-45B8-B074-3AC362AF8E99}" presName="rootConnector" presStyleLbl="node3" presStyleIdx="9" presStyleCnt="28"/>
      <dgm:spPr/>
      <dgm:t>
        <a:bodyPr/>
        <a:lstStyle/>
        <a:p>
          <a:pPr latinLnBrk="1"/>
          <a:endParaRPr lang="ko-KR" altLang="en-US"/>
        </a:p>
      </dgm:t>
    </dgm:pt>
    <dgm:pt modelId="{4AE995EB-A725-4AD8-94BE-54DE80E46C06}" type="pres">
      <dgm:prSet presAssocID="{EAA93EAF-896A-45B8-B074-3AC362AF8E99}" presName="hierChild4" presStyleCnt="0"/>
      <dgm:spPr/>
    </dgm:pt>
    <dgm:pt modelId="{74B0F86F-318D-4970-9342-2566DCDB5461}" type="pres">
      <dgm:prSet presAssocID="{EAA93EAF-896A-45B8-B074-3AC362AF8E99}" presName="hierChild5" presStyleCnt="0"/>
      <dgm:spPr/>
    </dgm:pt>
    <dgm:pt modelId="{014F7C28-6C63-4912-82EA-91CB6AE17AF5}" type="pres">
      <dgm:prSet presAssocID="{10B25323-D25C-4610-8E5B-47FD3F0F230D}" presName="Name37" presStyleLbl="parChTrans1D3" presStyleIdx="10" presStyleCnt="28"/>
      <dgm:spPr/>
      <dgm:t>
        <a:bodyPr/>
        <a:lstStyle/>
        <a:p>
          <a:pPr latinLnBrk="1"/>
          <a:endParaRPr lang="ko-KR" altLang="en-US"/>
        </a:p>
      </dgm:t>
    </dgm:pt>
    <dgm:pt modelId="{C31DC992-BEFD-4DC9-AAB1-AC0813CF2CE5}" type="pres">
      <dgm:prSet presAssocID="{14D1F157-19FC-46A8-BEF0-D995FC19EFC5}" presName="hierRoot2" presStyleCnt="0">
        <dgm:presLayoutVars>
          <dgm:hierBranch val="init"/>
        </dgm:presLayoutVars>
      </dgm:prSet>
      <dgm:spPr/>
    </dgm:pt>
    <dgm:pt modelId="{BAA988CF-3E7C-4A9F-AED5-4ED0A85267A1}" type="pres">
      <dgm:prSet presAssocID="{14D1F157-19FC-46A8-BEF0-D995FC19EFC5}" presName="rootComposite" presStyleCnt="0"/>
      <dgm:spPr/>
    </dgm:pt>
    <dgm:pt modelId="{936E507B-C5BD-4BF3-B511-384CEB0FC46D}" type="pres">
      <dgm:prSet presAssocID="{14D1F157-19FC-46A8-BEF0-D995FC19EFC5}" presName="rootText" presStyleLbl="node3" presStyleIdx="10" presStyleCnt="28" custScaleY="70014" custLinFactX="-29793" custLinFactNeighborX="-100000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5AA91F4-7F1B-4F2E-8FD5-0D9439B31E6D}" type="pres">
      <dgm:prSet presAssocID="{14D1F157-19FC-46A8-BEF0-D995FC19EFC5}" presName="rootConnector" presStyleLbl="node3" presStyleIdx="10" presStyleCnt="28"/>
      <dgm:spPr/>
      <dgm:t>
        <a:bodyPr/>
        <a:lstStyle/>
        <a:p>
          <a:pPr latinLnBrk="1"/>
          <a:endParaRPr lang="ko-KR" altLang="en-US"/>
        </a:p>
      </dgm:t>
    </dgm:pt>
    <dgm:pt modelId="{EFD1F3A7-5CAF-40A3-A147-C62DB7D2C96B}" type="pres">
      <dgm:prSet presAssocID="{14D1F157-19FC-46A8-BEF0-D995FC19EFC5}" presName="hierChild4" presStyleCnt="0"/>
      <dgm:spPr/>
    </dgm:pt>
    <dgm:pt modelId="{BFB7D69B-6F6E-4D63-99C9-628F4159AB48}" type="pres">
      <dgm:prSet presAssocID="{14D1F157-19FC-46A8-BEF0-D995FC19EFC5}" presName="hierChild5" presStyleCnt="0"/>
      <dgm:spPr/>
    </dgm:pt>
    <dgm:pt modelId="{59967EEB-53C3-477B-953F-F3007DA54EBF}" type="pres">
      <dgm:prSet presAssocID="{F8AAC8B8-D58B-4CF1-AF70-16CD7822ADB3}" presName="Name37" presStyleLbl="parChTrans1D3" presStyleIdx="11" presStyleCnt="28"/>
      <dgm:spPr/>
      <dgm:t>
        <a:bodyPr/>
        <a:lstStyle/>
        <a:p>
          <a:pPr latinLnBrk="1"/>
          <a:endParaRPr lang="ko-KR" altLang="en-US"/>
        </a:p>
      </dgm:t>
    </dgm:pt>
    <dgm:pt modelId="{64BFBEAB-E278-4572-946F-9E88C5B8387C}" type="pres">
      <dgm:prSet presAssocID="{CB0B6DAE-CF76-4A2E-BED2-0AADF6B16DA2}" presName="hierRoot2" presStyleCnt="0">
        <dgm:presLayoutVars>
          <dgm:hierBranch val="init"/>
        </dgm:presLayoutVars>
      </dgm:prSet>
      <dgm:spPr/>
    </dgm:pt>
    <dgm:pt modelId="{E8AF2610-3CC6-4E12-8FD9-2C0771D7DD0B}" type="pres">
      <dgm:prSet presAssocID="{CB0B6DAE-CF76-4A2E-BED2-0AADF6B16DA2}" presName="rootComposite" presStyleCnt="0"/>
      <dgm:spPr/>
    </dgm:pt>
    <dgm:pt modelId="{EF3F9CB6-D00F-4BDC-ADE7-F7F6BA260C3F}" type="pres">
      <dgm:prSet presAssocID="{CB0B6DAE-CF76-4A2E-BED2-0AADF6B16DA2}" presName="rootText" presStyleLbl="node3" presStyleIdx="11" presStyleCnt="28" custScaleY="70014" custLinFactX="-29793" custLinFactNeighborX="-100000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488B80D-07E1-455C-AF21-718910E21C9C}" type="pres">
      <dgm:prSet presAssocID="{CB0B6DAE-CF76-4A2E-BED2-0AADF6B16DA2}" presName="rootConnector" presStyleLbl="node3" presStyleIdx="11" presStyleCnt="28"/>
      <dgm:spPr/>
      <dgm:t>
        <a:bodyPr/>
        <a:lstStyle/>
        <a:p>
          <a:pPr latinLnBrk="1"/>
          <a:endParaRPr lang="ko-KR" altLang="en-US"/>
        </a:p>
      </dgm:t>
    </dgm:pt>
    <dgm:pt modelId="{9A963598-91CB-4B8E-9B70-0025FFBC617D}" type="pres">
      <dgm:prSet presAssocID="{CB0B6DAE-CF76-4A2E-BED2-0AADF6B16DA2}" presName="hierChild4" presStyleCnt="0"/>
      <dgm:spPr/>
    </dgm:pt>
    <dgm:pt modelId="{1060ABEF-AFDF-4CB2-8947-46A47798A741}" type="pres">
      <dgm:prSet presAssocID="{CB0B6DAE-CF76-4A2E-BED2-0AADF6B16DA2}" presName="hierChild5" presStyleCnt="0"/>
      <dgm:spPr/>
    </dgm:pt>
    <dgm:pt modelId="{EB949834-01B3-48CE-94DC-B555F9FD0712}" type="pres">
      <dgm:prSet presAssocID="{234AF9E2-A188-48F4-999F-A843CD787717}" presName="Name37" presStyleLbl="parChTrans1D3" presStyleIdx="12" presStyleCnt="28"/>
      <dgm:spPr/>
      <dgm:t>
        <a:bodyPr/>
        <a:lstStyle/>
        <a:p>
          <a:pPr latinLnBrk="1"/>
          <a:endParaRPr lang="ko-KR" altLang="en-US"/>
        </a:p>
      </dgm:t>
    </dgm:pt>
    <dgm:pt modelId="{E3E7FCE8-414D-433A-B0D6-7C1E0B31E476}" type="pres">
      <dgm:prSet presAssocID="{FB711AA4-0241-4286-BCF4-8DAFB14D02D5}" presName="hierRoot2" presStyleCnt="0">
        <dgm:presLayoutVars>
          <dgm:hierBranch val="init"/>
        </dgm:presLayoutVars>
      </dgm:prSet>
      <dgm:spPr/>
    </dgm:pt>
    <dgm:pt modelId="{57EC71C7-2A03-4297-8C75-BB20BEDFE115}" type="pres">
      <dgm:prSet presAssocID="{FB711AA4-0241-4286-BCF4-8DAFB14D02D5}" presName="rootComposite" presStyleCnt="0"/>
      <dgm:spPr/>
    </dgm:pt>
    <dgm:pt modelId="{0F493370-B62B-4E3D-AA11-99D1555AF17F}" type="pres">
      <dgm:prSet presAssocID="{FB711AA4-0241-4286-BCF4-8DAFB14D02D5}" presName="rootText" presStyleLbl="node3" presStyleIdx="12" presStyleCnt="28" custScaleY="70014" custLinFactX="-29793" custLinFactNeighborX="-100000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8CAFC5B-BB97-426E-B0B8-85BDB71EDEAC}" type="pres">
      <dgm:prSet presAssocID="{FB711AA4-0241-4286-BCF4-8DAFB14D02D5}" presName="rootConnector" presStyleLbl="node3" presStyleIdx="12" presStyleCnt="28"/>
      <dgm:spPr/>
      <dgm:t>
        <a:bodyPr/>
        <a:lstStyle/>
        <a:p>
          <a:pPr latinLnBrk="1"/>
          <a:endParaRPr lang="ko-KR" altLang="en-US"/>
        </a:p>
      </dgm:t>
    </dgm:pt>
    <dgm:pt modelId="{37E5D334-0887-4AF3-BA1A-534CEF769822}" type="pres">
      <dgm:prSet presAssocID="{FB711AA4-0241-4286-BCF4-8DAFB14D02D5}" presName="hierChild4" presStyleCnt="0"/>
      <dgm:spPr/>
    </dgm:pt>
    <dgm:pt modelId="{5ABBCDC6-6C78-49FA-8116-358F72B20962}" type="pres">
      <dgm:prSet presAssocID="{FB711AA4-0241-4286-BCF4-8DAFB14D02D5}" presName="hierChild5" presStyleCnt="0"/>
      <dgm:spPr/>
    </dgm:pt>
    <dgm:pt modelId="{1BFCBCFD-F37A-4A36-815F-83EB755C34C0}" type="pres">
      <dgm:prSet presAssocID="{A80C4A97-30D2-414C-9A10-095247F99E1A}" presName="Name37" presStyleLbl="parChTrans1D3" presStyleIdx="13" presStyleCnt="28"/>
      <dgm:spPr/>
      <dgm:t>
        <a:bodyPr/>
        <a:lstStyle/>
        <a:p>
          <a:pPr latinLnBrk="1"/>
          <a:endParaRPr lang="ko-KR" altLang="en-US"/>
        </a:p>
      </dgm:t>
    </dgm:pt>
    <dgm:pt modelId="{6F87F12C-C17D-425A-BC3F-BAE81AE1A542}" type="pres">
      <dgm:prSet presAssocID="{207118EC-B4CF-4E26-9EE5-7EF64786E4C3}" presName="hierRoot2" presStyleCnt="0">
        <dgm:presLayoutVars>
          <dgm:hierBranch val="init"/>
        </dgm:presLayoutVars>
      </dgm:prSet>
      <dgm:spPr/>
    </dgm:pt>
    <dgm:pt modelId="{A7320BD9-0F4E-4BF8-A818-1A34F43ED8BD}" type="pres">
      <dgm:prSet presAssocID="{207118EC-B4CF-4E26-9EE5-7EF64786E4C3}" presName="rootComposite" presStyleCnt="0"/>
      <dgm:spPr/>
    </dgm:pt>
    <dgm:pt modelId="{C3858801-D010-4F3C-8105-974F416BA0F4}" type="pres">
      <dgm:prSet presAssocID="{207118EC-B4CF-4E26-9EE5-7EF64786E4C3}" presName="rootText" presStyleLbl="node3" presStyleIdx="13" presStyleCnt="28" custScaleY="70014" custLinFactX="-29793" custLinFactNeighborX="-100000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4E4E89A-54A6-4554-A451-F652B72C3061}" type="pres">
      <dgm:prSet presAssocID="{207118EC-B4CF-4E26-9EE5-7EF64786E4C3}" presName="rootConnector" presStyleLbl="node3" presStyleIdx="13" presStyleCnt="28"/>
      <dgm:spPr/>
      <dgm:t>
        <a:bodyPr/>
        <a:lstStyle/>
        <a:p>
          <a:pPr latinLnBrk="1"/>
          <a:endParaRPr lang="ko-KR" altLang="en-US"/>
        </a:p>
      </dgm:t>
    </dgm:pt>
    <dgm:pt modelId="{E402BD82-8837-43D1-9670-FAD96990F76E}" type="pres">
      <dgm:prSet presAssocID="{207118EC-B4CF-4E26-9EE5-7EF64786E4C3}" presName="hierChild4" presStyleCnt="0"/>
      <dgm:spPr/>
    </dgm:pt>
    <dgm:pt modelId="{7F197176-2FD2-46E2-A3E2-E93126A21423}" type="pres">
      <dgm:prSet presAssocID="{207118EC-B4CF-4E26-9EE5-7EF64786E4C3}" presName="hierChild5" presStyleCnt="0"/>
      <dgm:spPr/>
    </dgm:pt>
    <dgm:pt modelId="{9C1DD73E-A42D-4A35-83BA-1F5C90EABABE}" type="pres">
      <dgm:prSet presAssocID="{302E1D64-FB6E-4109-971C-176BA0480B08}" presName="Name37" presStyleLbl="parChTrans1D3" presStyleIdx="14" presStyleCnt="28"/>
      <dgm:spPr/>
      <dgm:t>
        <a:bodyPr/>
        <a:lstStyle/>
        <a:p>
          <a:pPr latinLnBrk="1"/>
          <a:endParaRPr lang="ko-KR" altLang="en-US"/>
        </a:p>
      </dgm:t>
    </dgm:pt>
    <dgm:pt modelId="{BD03CE20-4C48-4738-A929-F6E23EDB5731}" type="pres">
      <dgm:prSet presAssocID="{E8F6F905-9FF8-4968-95F4-C1539CE59D1B}" presName="hierRoot2" presStyleCnt="0">
        <dgm:presLayoutVars>
          <dgm:hierBranch val="init"/>
        </dgm:presLayoutVars>
      </dgm:prSet>
      <dgm:spPr/>
    </dgm:pt>
    <dgm:pt modelId="{484EEBA0-BA7E-454B-8E3A-00A274B26472}" type="pres">
      <dgm:prSet presAssocID="{E8F6F905-9FF8-4968-95F4-C1539CE59D1B}" presName="rootComposite" presStyleCnt="0"/>
      <dgm:spPr/>
    </dgm:pt>
    <dgm:pt modelId="{F1F46574-ACBA-44C6-8442-42C64598B51A}" type="pres">
      <dgm:prSet presAssocID="{E8F6F905-9FF8-4968-95F4-C1539CE59D1B}" presName="rootText" presStyleLbl="node3" presStyleIdx="14" presStyleCnt="28" custScaleY="70014" custLinFactX="-29793" custLinFactNeighborX="-100000" custLinFactNeighborY="-1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4308CD1-2D1A-4F83-8869-1D096AEA0B22}" type="pres">
      <dgm:prSet presAssocID="{E8F6F905-9FF8-4968-95F4-C1539CE59D1B}" presName="rootConnector" presStyleLbl="node3" presStyleIdx="14" presStyleCnt="28"/>
      <dgm:spPr/>
      <dgm:t>
        <a:bodyPr/>
        <a:lstStyle/>
        <a:p>
          <a:pPr latinLnBrk="1"/>
          <a:endParaRPr lang="ko-KR" altLang="en-US"/>
        </a:p>
      </dgm:t>
    </dgm:pt>
    <dgm:pt modelId="{129F2E4E-7867-4E80-BEF4-5B98CE278087}" type="pres">
      <dgm:prSet presAssocID="{E8F6F905-9FF8-4968-95F4-C1539CE59D1B}" presName="hierChild4" presStyleCnt="0"/>
      <dgm:spPr/>
    </dgm:pt>
    <dgm:pt modelId="{38D916E8-12A0-41A0-8DAA-9F00A8DEDEF4}" type="pres">
      <dgm:prSet presAssocID="{E8F6F905-9FF8-4968-95F4-C1539CE59D1B}" presName="hierChild5" presStyleCnt="0"/>
      <dgm:spPr/>
    </dgm:pt>
    <dgm:pt modelId="{D91929E5-F0EE-41BC-86E2-C8D8F73A93B9}" type="pres">
      <dgm:prSet presAssocID="{D451290D-EB3F-426B-B6A5-698B68BEFD73}" presName="hierChild5" presStyleCnt="0"/>
      <dgm:spPr/>
    </dgm:pt>
    <dgm:pt modelId="{E2222090-0739-4BEE-A72E-7E1EAA17C8DF}" type="pres">
      <dgm:prSet presAssocID="{ED582103-935B-4668-8A9A-63D5592D00EA}" presName="Name37" presStyleLbl="parChTrans1D2" presStyleIdx="3" presStyleCnt="5" custSzY="578135"/>
      <dgm:spPr/>
      <dgm:t>
        <a:bodyPr/>
        <a:lstStyle/>
        <a:p>
          <a:pPr latinLnBrk="1"/>
          <a:endParaRPr lang="ko-KR" altLang="en-US"/>
        </a:p>
      </dgm:t>
    </dgm:pt>
    <dgm:pt modelId="{D21B68FC-32FC-4F08-B41C-52636C1800EB}" type="pres">
      <dgm:prSet presAssocID="{2E6E1414-93D1-4029-8121-37CB7E95B499}" presName="hierRoot2" presStyleCnt="0">
        <dgm:presLayoutVars>
          <dgm:hierBranch val="init"/>
        </dgm:presLayoutVars>
      </dgm:prSet>
      <dgm:spPr/>
    </dgm:pt>
    <dgm:pt modelId="{4B975CDD-8D20-4145-BD37-F6900D73B9D7}" type="pres">
      <dgm:prSet presAssocID="{2E6E1414-93D1-4029-8121-37CB7E95B499}" presName="rootComposite" presStyleCnt="0"/>
      <dgm:spPr/>
    </dgm:pt>
    <dgm:pt modelId="{D9CA4F18-72A0-40B7-9F29-42CB1B32C08B}" type="pres">
      <dgm:prSet presAssocID="{2E6E1414-93D1-4029-8121-37CB7E95B499}" presName="rootText" presStyleLbl="node2" presStyleIdx="3" presStyleCnt="5" custScaleY="5217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7C1FB99-3E20-4C9B-81C2-9E695D5E549A}" type="pres">
      <dgm:prSet presAssocID="{2E6E1414-93D1-4029-8121-37CB7E95B499}" presName="rootConnector" presStyleLbl="node2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603A5F41-ECE7-435C-A4ED-A9258ED7DEA9}" type="pres">
      <dgm:prSet presAssocID="{2E6E1414-93D1-4029-8121-37CB7E95B499}" presName="hierChild4" presStyleCnt="0"/>
      <dgm:spPr/>
    </dgm:pt>
    <dgm:pt modelId="{4A097566-98C8-4EB4-9FD5-5DC1FCBDDF9C}" type="pres">
      <dgm:prSet presAssocID="{35C31375-5CAE-4A35-BB26-7C262AEF2715}" presName="Name37" presStyleLbl="parChTrans1D3" presStyleIdx="15" presStyleCnt="28"/>
      <dgm:spPr/>
      <dgm:t>
        <a:bodyPr/>
        <a:lstStyle/>
        <a:p>
          <a:pPr latinLnBrk="1"/>
          <a:endParaRPr lang="ko-KR" altLang="en-US"/>
        </a:p>
      </dgm:t>
    </dgm:pt>
    <dgm:pt modelId="{83EBCD28-294E-4DEA-B8B5-DD09A7D47EA5}" type="pres">
      <dgm:prSet presAssocID="{AAD6A436-1B11-4FC1-B17D-A79C48CA9DB6}" presName="hierRoot2" presStyleCnt="0">
        <dgm:presLayoutVars>
          <dgm:hierBranch val="init"/>
        </dgm:presLayoutVars>
      </dgm:prSet>
      <dgm:spPr/>
    </dgm:pt>
    <dgm:pt modelId="{0943F9BC-6EC9-46CE-B3EC-29EB85DCDA49}" type="pres">
      <dgm:prSet presAssocID="{AAD6A436-1B11-4FC1-B17D-A79C48CA9DB6}" presName="rootComposite" presStyleCnt="0"/>
      <dgm:spPr/>
    </dgm:pt>
    <dgm:pt modelId="{06FC6233-25AD-4F19-85A1-30C714EF04A1}" type="pres">
      <dgm:prSet presAssocID="{AAD6A436-1B11-4FC1-B17D-A79C48CA9DB6}" presName="rootText" presStyleLbl="node3" presStyleIdx="15" presStyleCnt="28" custScaleY="71624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D0EC50E-1678-42C1-A2EA-F399141BC513}" type="pres">
      <dgm:prSet presAssocID="{AAD6A436-1B11-4FC1-B17D-A79C48CA9DB6}" presName="rootConnector" presStyleLbl="node3" presStyleIdx="15" presStyleCnt="28"/>
      <dgm:spPr/>
      <dgm:t>
        <a:bodyPr/>
        <a:lstStyle/>
        <a:p>
          <a:pPr latinLnBrk="1"/>
          <a:endParaRPr lang="ko-KR" altLang="en-US"/>
        </a:p>
      </dgm:t>
    </dgm:pt>
    <dgm:pt modelId="{514CA582-39D1-402A-B306-49E33768DF7F}" type="pres">
      <dgm:prSet presAssocID="{AAD6A436-1B11-4FC1-B17D-A79C48CA9DB6}" presName="hierChild4" presStyleCnt="0"/>
      <dgm:spPr/>
    </dgm:pt>
    <dgm:pt modelId="{299095C8-5DBA-47DF-952B-1BE75F2AA122}" type="pres">
      <dgm:prSet presAssocID="{AAD6A436-1B11-4FC1-B17D-A79C48CA9DB6}" presName="hierChild5" presStyleCnt="0"/>
      <dgm:spPr/>
    </dgm:pt>
    <dgm:pt modelId="{4C7B521D-4AA5-449C-9799-2BD3C68CC69C}" type="pres">
      <dgm:prSet presAssocID="{55A3D867-6D25-4ECF-B264-9E7D28DB10A1}" presName="Name37" presStyleLbl="parChTrans1D3" presStyleIdx="16" presStyleCnt="28"/>
      <dgm:spPr/>
      <dgm:t>
        <a:bodyPr/>
        <a:lstStyle/>
        <a:p>
          <a:pPr latinLnBrk="1"/>
          <a:endParaRPr lang="ko-KR" altLang="en-US"/>
        </a:p>
      </dgm:t>
    </dgm:pt>
    <dgm:pt modelId="{59DC3B9A-E748-4BAC-B0D7-7AF3A20844A3}" type="pres">
      <dgm:prSet presAssocID="{EAD92EAE-DEE8-4E7A-A254-AF97882F317C}" presName="hierRoot2" presStyleCnt="0">
        <dgm:presLayoutVars>
          <dgm:hierBranch val="init"/>
        </dgm:presLayoutVars>
      </dgm:prSet>
      <dgm:spPr/>
    </dgm:pt>
    <dgm:pt modelId="{98B2F769-E798-4AA2-A565-096F8B9475BF}" type="pres">
      <dgm:prSet presAssocID="{EAD92EAE-DEE8-4E7A-A254-AF97882F317C}" presName="rootComposite" presStyleCnt="0"/>
      <dgm:spPr/>
    </dgm:pt>
    <dgm:pt modelId="{16FC4B19-6C1B-40A9-9E85-3DE368D56B40}" type="pres">
      <dgm:prSet presAssocID="{EAD92EAE-DEE8-4E7A-A254-AF97882F317C}" presName="rootText" presStyleLbl="node3" presStyleIdx="16" presStyleCnt="28" custScaleY="71624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328B437-EE89-40F8-AB77-DDE4B7520C84}" type="pres">
      <dgm:prSet presAssocID="{EAD92EAE-DEE8-4E7A-A254-AF97882F317C}" presName="rootConnector" presStyleLbl="node3" presStyleIdx="16" presStyleCnt="28"/>
      <dgm:spPr/>
      <dgm:t>
        <a:bodyPr/>
        <a:lstStyle/>
        <a:p>
          <a:pPr latinLnBrk="1"/>
          <a:endParaRPr lang="ko-KR" altLang="en-US"/>
        </a:p>
      </dgm:t>
    </dgm:pt>
    <dgm:pt modelId="{9DBF1EC3-FAA7-4050-A80C-A30E63D3DBF9}" type="pres">
      <dgm:prSet presAssocID="{EAD92EAE-DEE8-4E7A-A254-AF97882F317C}" presName="hierChild4" presStyleCnt="0"/>
      <dgm:spPr/>
    </dgm:pt>
    <dgm:pt modelId="{94C2CB09-6E57-40AD-9201-1E81C973D3F0}" type="pres">
      <dgm:prSet presAssocID="{EAD92EAE-DEE8-4E7A-A254-AF97882F317C}" presName="hierChild5" presStyleCnt="0"/>
      <dgm:spPr/>
    </dgm:pt>
    <dgm:pt modelId="{CCF23960-A131-4223-BD97-A4C1764764C8}" type="pres">
      <dgm:prSet presAssocID="{C98A85A2-CCF0-4883-90C3-3814CC33A9A4}" presName="Name37" presStyleLbl="parChTrans1D3" presStyleIdx="17" presStyleCnt="28"/>
      <dgm:spPr/>
      <dgm:t>
        <a:bodyPr/>
        <a:lstStyle/>
        <a:p>
          <a:pPr latinLnBrk="1"/>
          <a:endParaRPr lang="ko-KR" altLang="en-US"/>
        </a:p>
      </dgm:t>
    </dgm:pt>
    <dgm:pt modelId="{CB81989E-5B74-4B71-94AE-1AA10FC6244E}" type="pres">
      <dgm:prSet presAssocID="{637C717E-CEA5-40C8-86A4-625E7BCBD010}" presName="hierRoot2" presStyleCnt="0">
        <dgm:presLayoutVars>
          <dgm:hierBranch val="init"/>
        </dgm:presLayoutVars>
      </dgm:prSet>
      <dgm:spPr/>
    </dgm:pt>
    <dgm:pt modelId="{EB3E64C3-8CD0-4E34-9D57-BC4832724F94}" type="pres">
      <dgm:prSet presAssocID="{637C717E-CEA5-40C8-86A4-625E7BCBD010}" presName="rootComposite" presStyleCnt="0"/>
      <dgm:spPr/>
    </dgm:pt>
    <dgm:pt modelId="{F648AF78-261B-4403-AE1C-4E5E75F33C7A}" type="pres">
      <dgm:prSet presAssocID="{637C717E-CEA5-40C8-86A4-625E7BCBD010}" presName="rootText" presStyleLbl="node3" presStyleIdx="17" presStyleCnt="28" custScaleY="71624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DFD8921-6685-4DDC-ABF0-10A8FF611D76}" type="pres">
      <dgm:prSet presAssocID="{637C717E-CEA5-40C8-86A4-625E7BCBD010}" presName="rootConnector" presStyleLbl="node3" presStyleIdx="17" presStyleCnt="28"/>
      <dgm:spPr/>
      <dgm:t>
        <a:bodyPr/>
        <a:lstStyle/>
        <a:p>
          <a:pPr latinLnBrk="1"/>
          <a:endParaRPr lang="ko-KR" altLang="en-US"/>
        </a:p>
      </dgm:t>
    </dgm:pt>
    <dgm:pt modelId="{0B793841-5D17-4852-BE3C-E724E829D8BB}" type="pres">
      <dgm:prSet presAssocID="{637C717E-CEA5-40C8-86A4-625E7BCBD010}" presName="hierChild4" presStyleCnt="0"/>
      <dgm:spPr/>
    </dgm:pt>
    <dgm:pt modelId="{0F7DD22D-9C82-4E72-A2B8-221430B82BA1}" type="pres">
      <dgm:prSet presAssocID="{637C717E-CEA5-40C8-86A4-625E7BCBD010}" presName="hierChild5" presStyleCnt="0"/>
      <dgm:spPr/>
    </dgm:pt>
    <dgm:pt modelId="{A9895BA4-20A1-444F-9727-271F4423B6C0}" type="pres">
      <dgm:prSet presAssocID="{2F5D2931-C817-4191-B804-195019EA3C47}" presName="Name37" presStyleLbl="parChTrans1D3" presStyleIdx="18" presStyleCnt="28"/>
      <dgm:spPr/>
      <dgm:t>
        <a:bodyPr/>
        <a:lstStyle/>
        <a:p>
          <a:pPr latinLnBrk="1"/>
          <a:endParaRPr lang="ko-KR" altLang="en-US"/>
        </a:p>
      </dgm:t>
    </dgm:pt>
    <dgm:pt modelId="{A30062AF-8688-4CFD-B363-86315A72C844}" type="pres">
      <dgm:prSet presAssocID="{541F4E9C-ABBB-4FCD-8AD7-331BD60F3CAE}" presName="hierRoot2" presStyleCnt="0">
        <dgm:presLayoutVars>
          <dgm:hierBranch val="init"/>
        </dgm:presLayoutVars>
      </dgm:prSet>
      <dgm:spPr/>
    </dgm:pt>
    <dgm:pt modelId="{F11AB186-8E80-4E81-BF88-454F46CFB87D}" type="pres">
      <dgm:prSet presAssocID="{541F4E9C-ABBB-4FCD-8AD7-331BD60F3CAE}" presName="rootComposite" presStyleCnt="0"/>
      <dgm:spPr/>
    </dgm:pt>
    <dgm:pt modelId="{B257B077-EE45-4A95-9C24-B7D8C28D5735}" type="pres">
      <dgm:prSet presAssocID="{541F4E9C-ABBB-4FCD-8AD7-331BD60F3CAE}" presName="rootText" presStyleLbl="node3" presStyleIdx="18" presStyleCnt="28" custScaleY="172717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1EB9F42-2C9B-4612-A2C4-B9E89FD76019}" type="pres">
      <dgm:prSet presAssocID="{541F4E9C-ABBB-4FCD-8AD7-331BD60F3CAE}" presName="rootConnector" presStyleLbl="node3" presStyleIdx="18" presStyleCnt="28"/>
      <dgm:spPr/>
      <dgm:t>
        <a:bodyPr/>
        <a:lstStyle/>
        <a:p>
          <a:pPr latinLnBrk="1"/>
          <a:endParaRPr lang="ko-KR" altLang="en-US"/>
        </a:p>
      </dgm:t>
    </dgm:pt>
    <dgm:pt modelId="{A8CD8AA8-9AB1-49CF-9707-2E2B15BA9E31}" type="pres">
      <dgm:prSet presAssocID="{541F4E9C-ABBB-4FCD-8AD7-331BD60F3CAE}" presName="hierChild4" presStyleCnt="0"/>
      <dgm:spPr/>
    </dgm:pt>
    <dgm:pt modelId="{B7D634FF-D2CF-42CF-80BE-A6903B87675D}" type="pres">
      <dgm:prSet presAssocID="{541F4E9C-ABBB-4FCD-8AD7-331BD60F3CAE}" presName="hierChild5" presStyleCnt="0"/>
      <dgm:spPr/>
    </dgm:pt>
    <dgm:pt modelId="{0E732467-C9F1-40E4-9076-E6B2A8FFEB63}" type="pres">
      <dgm:prSet presAssocID="{2E6E1414-93D1-4029-8121-37CB7E95B499}" presName="hierChild5" presStyleCnt="0"/>
      <dgm:spPr/>
    </dgm:pt>
    <dgm:pt modelId="{4170224F-18FC-472C-84BF-8D5EAFC19649}" type="pres">
      <dgm:prSet presAssocID="{31C747BB-0498-4B18-A3C2-C76124D657FE}" presName="Name37" presStyleLbl="parChTrans1D2" presStyleIdx="4" presStyleCnt="5" custSzY="578135"/>
      <dgm:spPr/>
      <dgm:t>
        <a:bodyPr/>
        <a:lstStyle/>
        <a:p>
          <a:pPr latinLnBrk="1"/>
          <a:endParaRPr lang="ko-KR" altLang="en-US"/>
        </a:p>
      </dgm:t>
    </dgm:pt>
    <dgm:pt modelId="{A140820B-491E-454F-B06D-548F6CDA2E6D}" type="pres">
      <dgm:prSet presAssocID="{4829B18D-7F80-4A89-AE91-915FC7757807}" presName="hierRoot2" presStyleCnt="0">
        <dgm:presLayoutVars>
          <dgm:hierBranch val="init"/>
        </dgm:presLayoutVars>
      </dgm:prSet>
      <dgm:spPr/>
    </dgm:pt>
    <dgm:pt modelId="{7E6DBA72-5706-42E1-9181-31DA8276733C}" type="pres">
      <dgm:prSet presAssocID="{4829B18D-7F80-4A89-AE91-915FC7757807}" presName="rootComposite" presStyleCnt="0"/>
      <dgm:spPr/>
    </dgm:pt>
    <dgm:pt modelId="{B59CBF40-D26E-4B38-A962-C2615EA53172}" type="pres">
      <dgm:prSet presAssocID="{4829B18D-7F80-4A89-AE91-915FC7757807}" presName="rootText" presStyleLbl="node2" presStyleIdx="4" presStyleCnt="5" custScaleY="5217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4049115-A440-49BF-B077-2334AFDE6DA2}" type="pres">
      <dgm:prSet presAssocID="{4829B18D-7F80-4A89-AE91-915FC7757807}" presName="rootConnector" presStyleLbl="node2" presStyleIdx="4" presStyleCnt="5"/>
      <dgm:spPr/>
      <dgm:t>
        <a:bodyPr/>
        <a:lstStyle/>
        <a:p>
          <a:pPr latinLnBrk="1"/>
          <a:endParaRPr lang="ko-KR" altLang="en-US"/>
        </a:p>
      </dgm:t>
    </dgm:pt>
    <dgm:pt modelId="{C5417407-2121-40A7-BFB7-158C2E8387BD}" type="pres">
      <dgm:prSet presAssocID="{4829B18D-7F80-4A89-AE91-915FC7757807}" presName="hierChild4" presStyleCnt="0"/>
      <dgm:spPr/>
    </dgm:pt>
    <dgm:pt modelId="{C7596AF6-2CC2-4B4A-9CF4-87D8914F5285}" type="pres">
      <dgm:prSet presAssocID="{A3BDF521-3220-4398-B52D-8B0EB8E20357}" presName="Name37" presStyleLbl="parChTrans1D3" presStyleIdx="19" presStyleCnt="28"/>
      <dgm:spPr/>
      <dgm:t>
        <a:bodyPr/>
        <a:lstStyle/>
        <a:p>
          <a:pPr latinLnBrk="1"/>
          <a:endParaRPr lang="ko-KR" altLang="en-US"/>
        </a:p>
      </dgm:t>
    </dgm:pt>
    <dgm:pt modelId="{324F1999-A680-4938-9276-F2B0B0C18888}" type="pres">
      <dgm:prSet presAssocID="{74504BC1-DF0D-485B-8B0E-DB6AC2F89C39}" presName="hierRoot2" presStyleCnt="0">
        <dgm:presLayoutVars>
          <dgm:hierBranch val="init"/>
        </dgm:presLayoutVars>
      </dgm:prSet>
      <dgm:spPr/>
    </dgm:pt>
    <dgm:pt modelId="{DB79C5B2-DA6C-4926-935A-A081BCBA08D3}" type="pres">
      <dgm:prSet presAssocID="{74504BC1-DF0D-485B-8B0E-DB6AC2F89C39}" presName="rootComposite" presStyleCnt="0"/>
      <dgm:spPr/>
    </dgm:pt>
    <dgm:pt modelId="{18CAE764-F8CB-4ED0-AEAE-B90700E77585}" type="pres">
      <dgm:prSet presAssocID="{74504BC1-DF0D-485B-8B0E-DB6AC2F89C39}" presName="rootText" presStyleLbl="node3" presStyleIdx="19" presStyleCnt="28" custScaleY="5415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EAACF0D-7938-486D-904D-D657393C7D9D}" type="pres">
      <dgm:prSet presAssocID="{74504BC1-DF0D-485B-8B0E-DB6AC2F89C39}" presName="rootConnector" presStyleLbl="node3" presStyleIdx="19" presStyleCnt="28"/>
      <dgm:spPr/>
      <dgm:t>
        <a:bodyPr/>
        <a:lstStyle/>
        <a:p>
          <a:pPr latinLnBrk="1"/>
          <a:endParaRPr lang="ko-KR" altLang="en-US"/>
        </a:p>
      </dgm:t>
    </dgm:pt>
    <dgm:pt modelId="{BAAE9BD6-34C7-4BDE-B114-24D115E8C83A}" type="pres">
      <dgm:prSet presAssocID="{74504BC1-DF0D-485B-8B0E-DB6AC2F89C39}" presName="hierChild4" presStyleCnt="0"/>
      <dgm:spPr/>
    </dgm:pt>
    <dgm:pt modelId="{D96B09F1-5FA1-4D4F-B3CC-390BC84D8B67}" type="pres">
      <dgm:prSet presAssocID="{74504BC1-DF0D-485B-8B0E-DB6AC2F89C39}" presName="hierChild5" presStyleCnt="0"/>
      <dgm:spPr/>
    </dgm:pt>
    <dgm:pt modelId="{76FFE6FD-5BDD-41DE-A3F0-FDE449F142BF}" type="pres">
      <dgm:prSet presAssocID="{92330760-0E8E-4F21-8AD4-9257D5AD1286}" presName="Name37" presStyleLbl="parChTrans1D3" presStyleIdx="20" presStyleCnt="28"/>
      <dgm:spPr/>
      <dgm:t>
        <a:bodyPr/>
        <a:lstStyle/>
        <a:p>
          <a:pPr latinLnBrk="1"/>
          <a:endParaRPr lang="ko-KR" altLang="en-US"/>
        </a:p>
      </dgm:t>
    </dgm:pt>
    <dgm:pt modelId="{E976B56B-CC66-409E-8A72-849977A06689}" type="pres">
      <dgm:prSet presAssocID="{750CD6A9-0C5F-4586-921F-5530B4967804}" presName="hierRoot2" presStyleCnt="0">
        <dgm:presLayoutVars>
          <dgm:hierBranch val="init"/>
        </dgm:presLayoutVars>
      </dgm:prSet>
      <dgm:spPr/>
    </dgm:pt>
    <dgm:pt modelId="{967D0FCB-8FE2-424B-92F6-87660ED2AAD8}" type="pres">
      <dgm:prSet presAssocID="{750CD6A9-0C5F-4586-921F-5530B4967804}" presName="rootComposite" presStyleCnt="0"/>
      <dgm:spPr/>
    </dgm:pt>
    <dgm:pt modelId="{01AF4ABD-3825-449F-9471-B3CD0601241E}" type="pres">
      <dgm:prSet presAssocID="{750CD6A9-0C5F-4586-921F-5530B4967804}" presName="rootText" presStyleLbl="node3" presStyleIdx="20" presStyleCnt="28" custScaleY="5415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D9638FB-2154-4E47-903E-607F4BB8D7CB}" type="pres">
      <dgm:prSet presAssocID="{750CD6A9-0C5F-4586-921F-5530B4967804}" presName="rootConnector" presStyleLbl="node3" presStyleIdx="20" presStyleCnt="28"/>
      <dgm:spPr/>
      <dgm:t>
        <a:bodyPr/>
        <a:lstStyle/>
        <a:p>
          <a:pPr latinLnBrk="1"/>
          <a:endParaRPr lang="ko-KR" altLang="en-US"/>
        </a:p>
      </dgm:t>
    </dgm:pt>
    <dgm:pt modelId="{12C94428-F6D6-46C2-B759-61033DD3D827}" type="pres">
      <dgm:prSet presAssocID="{750CD6A9-0C5F-4586-921F-5530B4967804}" presName="hierChild4" presStyleCnt="0"/>
      <dgm:spPr/>
    </dgm:pt>
    <dgm:pt modelId="{459AFB3F-B3C8-413C-8605-DD0EF411F66B}" type="pres">
      <dgm:prSet presAssocID="{750CD6A9-0C5F-4586-921F-5530B4967804}" presName="hierChild5" presStyleCnt="0"/>
      <dgm:spPr/>
    </dgm:pt>
    <dgm:pt modelId="{38D45898-AC01-4868-A999-A036E47F2533}" type="pres">
      <dgm:prSet presAssocID="{FB6411D8-2E51-4165-B737-F443517AF7AB}" presName="Name37" presStyleLbl="parChTrans1D3" presStyleIdx="21" presStyleCnt="28"/>
      <dgm:spPr/>
      <dgm:t>
        <a:bodyPr/>
        <a:lstStyle/>
        <a:p>
          <a:pPr latinLnBrk="1"/>
          <a:endParaRPr lang="ko-KR" altLang="en-US"/>
        </a:p>
      </dgm:t>
    </dgm:pt>
    <dgm:pt modelId="{AFFF42A0-EE27-44D8-B82E-AEE2DBB36DD2}" type="pres">
      <dgm:prSet presAssocID="{646B7DDA-183B-40C9-A9F3-5E11EF35530A}" presName="hierRoot2" presStyleCnt="0">
        <dgm:presLayoutVars>
          <dgm:hierBranch val="init"/>
        </dgm:presLayoutVars>
      </dgm:prSet>
      <dgm:spPr/>
    </dgm:pt>
    <dgm:pt modelId="{67829967-782E-489D-B326-101F04054375}" type="pres">
      <dgm:prSet presAssocID="{646B7DDA-183B-40C9-A9F3-5E11EF35530A}" presName="rootComposite" presStyleCnt="0"/>
      <dgm:spPr/>
    </dgm:pt>
    <dgm:pt modelId="{E5EE11FE-06E5-4576-8F94-2A6F6DA74500}" type="pres">
      <dgm:prSet presAssocID="{646B7DDA-183B-40C9-A9F3-5E11EF35530A}" presName="rootText" presStyleLbl="node3" presStyleIdx="21" presStyleCnt="28" custScaleY="5415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A50E344-066D-448A-89B8-793AB5867E0D}" type="pres">
      <dgm:prSet presAssocID="{646B7DDA-183B-40C9-A9F3-5E11EF35530A}" presName="rootConnector" presStyleLbl="node3" presStyleIdx="21" presStyleCnt="28"/>
      <dgm:spPr/>
      <dgm:t>
        <a:bodyPr/>
        <a:lstStyle/>
        <a:p>
          <a:pPr latinLnBrk="1"/>
          <a:endParaRPr lang="ko-KR" altLang="en-US"/>
        </a:p>
      </dgm:t>
    </dgm:pt>
    <dgm:pt modelId="{63213689-A60F-4558-BA30-A029F47C5B6F}" type="pres">
      <dgm:prSet presAssocID="{646B7DDA-183B-40C9-A9F3-5E11EF35530A}" presName="hierChild4" presStyleCnt="0"/>
      <dgm:spPr/>
    </dgm:pt>
    <dgm:pt modelId="{11091BF5-68D0-46A5-BC2C-5AABF8CD79C5}" type="pres">
      <dgm:prSet presAssocID="{646B7DDA-183B-40C9-A9F3-5E11EF35530A}" presName="hierChild5" presStyleCnt="0"/>
      <dgm:spPr/>
    </dgm:pt>
    <dgm:pt modelId="{32F2CE7C-5BCF-4469-B1C0-44EB6E04B1A4}" type="pres">
      <dgm:prSet presAssocID="{517E2404-393B-417A-864C-D32D2EC98620}" presName="Name37" presStyleLbl="parChTrans1D3" presStyleIdx="22" presStyleCnt="28"/>
      <dgm:spPr/>
      <dgm:t>
        <a:bodyPr/>
        <a:lstStyle/>
        <a:p>
          <a:pPr latinLnBrk="1"/>
          <a:endParaRPr lang="ko-KR" altLang="en-US"/>
        </a:p>
      </dgm:t>
    </dgm:pt>
    <dgm:pt modelId="{AEA4AF13-3BD6-4C3D-BC81-6F9BBF2E6F84}" type="pres">
      <dgm:prSet presAssocID="{1ED2C38C-CE76-400F-BF4E-D4A80D4D70CD}" presName="hierRoot2" presStyleCnt="0">
        <dgm:presLayoutVars>
          <dgm:hierBranch val="init"/>
        </dgm:presLayoutVars>
      </dgm:prSet>
      <dgm:spPr/>
    </dgm:pt>
    <dgm:pt modelId="{A2DCB151-D5CC-4C29-9FC9-CE8E770F467B}" type="pres">
      <dgm:prSet presAssocID="{1ED2C38C-CE76-400F-BF4E-D4A80D4D70CD}" presName="rootComposite" presStyleCnt="0"/>
      <dgm:spPr/>
    </dgm:pt>
    <dgm:pt modelId="{7D58B846-BD6A-4C66-9C6D-86017812B36E}" type="pres">
      <dgm:prSet presAssocID="{1ED2C38C-CE76-400F-BF4E-D4A80D4D70CD}" presName="rootText" presStyleLbl="node3" presStyleIdx="22" presStyleCnt="28" custScaleY="5415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5363843-DDEC-42AB-976F-1019A5F16313}" type="pres">
      <dgm:prSet presAssocID="{1ED2C38C-CE76-400F-BF4E-D4A80D4D70CD}" presName="rootConnector" presStyleLbl="node3" presStyleIdx="22" presStyleCnt="28"/>
      <dgm:spPr/>
      <dgm:t>
        <a:bodyPr/>
        <a:lstStyle/>
        <a:p>
          <a:pPr latinLnBrk="1"/>
          <a:endParaRPr lang="ko-KR" altLang="en-US"/>
        </a:p>
      </dgm:t>
    </dgm:pt>
    <dgm:pt modelId="{186C1241-9AB9-45A6-9765-327EEB4F60F3}" type="pres">
      <dgm:prSet presAssocID="{1ED2C38C-CE76-400F-BF4E-D4A80D4D70CD}" presName="hierChild4" presStyleCnt="0"/>
      <dgm:spPr/>
    </dgm:pt>
    <dgm:pt modelId="{9F556C70-A0C6-4A49-B931-701960E377F9}" type="pres">
      <dgm:prSet presAssocID="{1ED2C38C-CE76-400F-BF4E-D4A80D4D70CD}" presName="hierChild5" presStyleCnt="0"/>
      <dgm:spPr/>
    </dgm:pt>
    <dgm:pt modelId="{86447BDE-A35C-457A-9371-1248FAA97CB7}" type="pres">
      <dgm:prSet presAssocID="{E603E509-A6D8-4FD5-9793-2AE61AB72A73}" presName="Name37" presStyleLbl="parChTrans1D3" presStyleIdx="23" presStyleCnt="28"/>
      <dgm:spPr/>
      <dgm:t>
        <a:bodyPr/>
        <a:lstStyle/>
        <a:p>
          <a:pPr latinLnBrk="1"/>
          <a:endParaRPr lang="ko-KR" altLang="en-US"/>
        </a:p>
      </dgm:t>
    </dgm:pt>
    <dgm:pt modelId="{988B177F-C9A9-4386-A7C3-A4B20170946E}" type="pres">
      <dgm:prSet presAssocID="{5C184689-8C40-4ECE-9280-50AE8C6170EF}" presName="hierRoot2" presStyleCnt="0">
        <dgm:presLayoutVars>
          <dgm:hierBranch val="init"/>
        </dgm:presLayoutVars>
      </dgm:prSet>
      <dgm:spPr/>
    </dgm:pt>
    <dgm:pt modelId="{E564DF16-8186-44D4-8045-CD49141B3550}" type="pres">
      <dgm:prSet presAssocID="{5C184689-8C40-4ECE-9280-50AE8C6170EF}" presName="rootComposite" presStyleCnt="0"/>
      <dgm:spPr/>
    </dgm:pt>
    <dgm:pt modelId="{82E6F445-67DD-4ED6-97AC-E9F9BAC65A11}" type="pres">
      <dgm:prSet presAssocID="{5C184689-8C40-4ECE-9280-50AE8C6170EF}" presName="rootText" presStyleLbl="node3" presStyleIdx="23" presStyleCnt="28" custScaleY="5415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9BC9271-A945-43AC-AB3E-E97896CE8CF6}" type="pres">
      <dgm:prSet presAssocID="{5C184689-8C40-4ECE-9280-50AE8C6170EF}" presName="rootConnector" presStyleLbl="node3" presStyleIdx="23" presStyleCnt="28"/>
      <dgm:spPr/>
      <dgm:t>
        <a:bodyPr/>
        <a:lstStyle/>
        <a:p>
          <a:pPr latinLnBrk="1"/>
          <a:endParaRPr lang="ko-KR" altLang="en-US"/>
        </a:p>
      </dgm:t>
    </dgm:pt>
    <dgm:pt modelId="{04C2468F-CE4A-4A47-96E1-52DD5506B861}" type="pres">
      <dgm:prSet presAssocID="{5C184689-8C40-4ECE-9280-50AE8C6170EF}" presName="hierChild4" presStyleCnt="0"/>
      <dgm:spPr/>
    </dgm:pt>
    <dgm:pt modelId="{B3A793B1-E451-4464-A1AF-7A681E595A4E}" type="pres">
      <dgm:prSet presAssocID="{5C184689-8C40-4ECE-9280-50AE8C6170EF}" presName="hierChild5" presStyleCnt="0"/>
      <dgm:spPr/>
    </dgm:pt>
    <dgm:pt modelId="{095BC8F5-FDCB-4C2E-A593-0A893B0B443A}" type="pres">
      <dgm:prSet presAssocID="{1FD92D95-8F88-4955-BBC1-295E08341C5F}" presName="Name37" presStyleLbl="parChTrans1D3" presStyleIdx="24" presStyleCnt="28"/>
      <dgm:spPr/>
      <dgm:t>
        <a:bodyPr/>
        <a:lstStyle/>
        <a:p>
          <a:pPr latinLnBrk="1"/>
          <a:endParaRPr lang="ko-KR" altLang="en-US"/>
        </a:p>
      </dgm:t>
    </dgm:pt>
    <dgm:pt modelId="{2AA49476-7C71-4A57-8024-C085FB7C5BF7}" type="pres">
      <dgm:prSet presAssocID="{96A321F1-343D-4DD4-AD80-710639706A3F}" presName="hierRoot2" presStyleCnt="0">
        <dgm:presLayoutVars>
          <dgm:hierBranch val="init"/>
        </dgm:presLayoutVars>
      </dgm:prSet>
      <dgm:spPr/>
    </dgm:pt>
    <dgm:pt modelId="{15425CD8-2C1A-44D4-B9DB-42EFEAFAAE7D}" type="pres">
      <dgm:prSet presAssocID="{96A321F1-343D-4DD4-AD80-710639706A3F}" presName="rootComposite" presStyleCnt="0"/>
      <dgm:spPr/>
    </dgm:pt>
    <dgm:pt modelId="{97A6713E-B17A-4D51-9F08-C13298773044}" type="pres">
      <dgm:prSet presAssocID="{96A321F1-343D-4DD4-AD80-710639706A3F}" presName="rootText" presStyleLbl="node3" presStyleIdx="24" presStyleCnt="28" custScaleY="5415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D1A1156-78A0-44D0-A69D-808C24D4A58D}" type="pres">
      <dgm:prSet presAssocID="{96A321F1-343D-4DD4-AD80-710639706A3F}" presName="rootConnector" presStyleLbl="node3" presStyleIdx="24" presStyleCnt="28"/>
      <dgm:spPr/>
      <dgm:t>
        <a:bodyPr/>
        <a:lstStyle/>
        <a:p>
          <a:pPr latinLnBrk="1"/>
          <a:endParaRPr lang="ko-KR" altLang="en-US"/>
        </a:p>
      </dgm:t>
    </dgm:pt>
    <dgm:pt modelId="{7C694CB0-A9C2-4E20-B6EE-126E6E659B80}" type="pres">
      <dgm:prSet presAssocID="{96A321F1-343D-4DD4-AD80-710639706A3F}" presName="hierChild4" presStyleCnt="0"/>
      <dgm:spPr/>
    </dgm:pt>
    <dgm:pt modelId="{47FDB3E5-63D3-4EE0-8C94-9D56603862C9}" type="pres">
      <dgm:prSet presAssocID="{96A321F1-343D-4DD4-AD80-710639706A3F}" presName="hierChild5" presStyleCnt="0"/>
      <dgm:spPr/>
    </dgm:pt>
    <dgm:pt modelId="{500A5A46-9511-4CAE-A7E0-9370D37F5C98}" type="pres">
      <dgm:prSet presAssocID="{EE80C9F4-6742-47C9-8C87-960D5D862651}" presName="Name37" presStyleLbl="parChTrans1D3" presStyleIdx="25" presStyleCnt="28"/>
      <dgm:spPr/>
      <dgm:t>
        <a:bodyPr/>
        <a:lstStyle/>
        <a:p>
          <a:pPr latinLnBrk="1"/>
          <a:endParaRPr lang="ko-KR" altLang="en-US"/>
        </a:p>
      </dgm:t>
    </dgm:pt>
    <dgm:pt modelId="{52A6792A-586D-47DB-9A8F-0624DB646C54}" type="pres">
      <dgm:prSet presAssocID="{140986B3-F3B1-4CDA-9C7C-AF124AB4E9B3}" presName="hierRoot2" presStyleCnt="0">
        <dgm:presLayoutVars>
          <dgm:hierBranch val="init"/>
        </dgm:presLayoutVars>
      </dgm:prSet>
      <dgm:spPr/>
    </dgm:pt>
    <dgm:pt modelId="{B371C231-E8D2-4910-9CCD-FACAEC89B8FC}" type="pres">
      <dgm:prSet presAssocID="{140986B3-F3B1-4CDA-9C7C-AF124AB4E9B3}" presName="rootComposite" presStyleCnt="0"/>
      <dgm:spPr/>
    </dgm:pt>
    <dgm:pt modelId="{57C27319-EFA5-4D87-92D6-51FF18F0A11A}" type="pres">
      <dgm:prSet presAssocID="{140986B3-F3B1-4CDA-9C7C-AF124AB4E9B3}" presName="rootText" presStyleLbl="node3" presStyleIdx="25" presStyleCnt="28" custScaleY="5415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0354C9B-6152-4CFF-A2D8-4EE5E86CA868}" type="pres">
      <dgm:prSet presAssocID="{140986B3-F3B1-4CDA-9C7C-AF124AB4E9B3}" presName="rootConnector" presStyleLbl="node3" presStyleIdx="25" presStyleCnt="28"/>
      <dgm:spPr/>
      <dgm:t>
        <a:bodyPr/>
        <a:lstStyle/>
        <a:p>
          <a:pPr latinLnBrk="1"/>
          <a:endParaRPr lang="ko-KR" altLang="en-US"/>
        </a:p>
      </dgm:t>
    </dgm:pt>
    <dgm:pt modelId="{BC1DEB2A-35F0-460D-9D1A-11AF46B40FF8}" type="pres">
      <dgm:prSet presAssocID="{140986B3-F3B1-4CDA-9C7C-AF124AB4E9B3}" presName="hierChild4" presStyleCnt="0"/>
      <dgm:spPr/>
    </dgm:pt>
    <dgm:pt modelId="{34747C1E-7A9B-47E5-A8C9-CD60CE7DD808}" type="pres">
      <dgm:prSet presAssocID="{140986B3-F3B1-4CDA-9C7C-AF124AB4E9B3}" presName="hierChild5" presStyleCnt="0"/>
      <dgm:spPr/>
    </dgm:pt>
    <dgm:pt modelId="{71222F52-EDEE-4FE0-A2FE-35A35EFC14B8}" type="pres">
      <dgm:prSet presAssocID="{4EAB019A-3ABE-4136-BD43-36AE54814325}" presName="Name37" presStyleLbl="parChTrans1D3" presStyleIdx="26" presStyleCnt="28"/>
      <dgm:spPr/>
      <dgm:t>
        <a:bodyPr/>
        <a:lstStyle/>
        <a:p>
          <a:pPr latinLnBrk="1"/>
          <a:endParaRPr lang="ko-KR" altLang="en-US"/>
        </a:p>
      </dgm:t>
    </dgm:pt>
    <dgm:pt modelId="{A97EFE5E-C69F-4584-8E81-419F24DFA266}" type="pres">
      <dgm:prSet presAssocID="{851146E8-C655-4FBC-B6AC-E9E465A63C4F}" presName="hierRoot2" presStyleCnt="0">
        <dgm:presLayoutVars>
          <dgm:hierBranch val="init"/>
        </dgm:presLayoutVars>
      </dgm:prSet>
      <dgm:spPr/>
    </dgm:pt>
    <dgm:pt modelId="{B586E9C6-C70A-4E10-93A8-06EE168B6044}" type="pres">
      <dgm:prSet presAssocID="{851146E8-C655-4FBC-B6AC-E9E465A63C4F}" presName="rootComposite" presStyleCnt="0"/>
      <dgm:spPr/>
    </dgm:pt>
    <dgm:pt modelId="{A4FACCCB-1513-46AC-910A-BC68CF7A9D74}" type="pres">
      <dgm:prSet presAssocID="{851146E8-C655-4FBC-B6AC-E9E465A63C4F}" presName="rootText" presStyleLbl="node3" presStyleIdx="26" presStyleCnt="28" custScaleY="5415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F7E0FBD-A4CD-4A14-97AA-CB371967CD36}" type="pres">
      <dgm:prSet presAssocID="{851146E8-C655-4FBC-B6AC-E9E465A63C4F}" presName="rootConnector" presStyleLbl="node3" presStyleIdx="26" presStyleCnt="28"/>
      <dgm:spPr/>
      <dgm:t>
        <a:bodyPr/>
        <a:lstStyle/>
        <a:p>
          <a:pPr latinLnBrk="1"/>
          <a:endParaRPr lang="ko-KR" altLang="en-US"/>
        </a:p>
      </dgm:t>
    </dgm:pt>
    <dgm:pt modelId="{259BEFF8-7AB3-408F-835D-C78DBFAC9493}" type="pres">
      <dgm:prSet presAssocID="{851146E8-C655-4FBC-B6AC-E9E465A63C4F}" presName="hierChild4" presStyleCnt="0"/>
      <dgm:spPr/>
    </dgm:pt>
    <dgm:pt modelId="{DD5EF234-7299-4490-8CEC-498E54A206B9}" type="pres">
      <dgm:prSet presAssocID="{851146E8-C655-4FBC-B6AC-E9E465A63C4F}" presName="hierChild5" presStyleCnt="0"/>
      <dgm:spPr/>
    </dgm:pt>
    <dgm:pt modelId="{EF126CC1-26BF-43DD-AE8D-A38816D220F1}" type="pres">
      <dgm:prSet presAssocID="{3DE4E5E6-B4EF-40BC-97F0-1D2C049F7931}" presName="Name37" presStyleLbl="parChTrans1D3" presStyleIdx="27" presStyleCnt="28"/>
      <dgm:spPr/>
      <dgm:t>
        <a:bodyPr/>
        <a:lstStyle/>
        <a:p>
          <a:pPr latinLnBrk="1"/>
          <a:endParaRPr lang="ko-KR" altLang="en-US"/>
        </a:p>
      </dgm:t>
    </dgm:pt>
    <dgm:pt modelId="{78DFB787-A71A-407A-8AB9-1978E3269648}" type="pres">
      <dgm:prSet presAssocID="{730C4467-E536-41E1-820F-6393F8FDEC5F}" presName="hierRoot2" presStyleCnt="0">
        <dgm:presLayoutVars>
          <dgm:hierBranch val="init"/>
        </dgm:presLayoutVars>
      </dgm:prSet>
      <dgm:spPr/>
    </dgm:pt>
    <dgm:pt modelId="{50E40E28-CB5D-41A5-AF9D-5763BEE218FA}" type="pres">
      <dgm:prSet presAssocID="{730C4467-E536-41E1-820F-6393F8FDEC5F}" presName="rootComposite" presStyleCnt="0"/>
      <dgm:spPr/>
    </dgm:pt>
    <dgm:pt modelId="{4CC23025-EE7D-4ABE-B01C-1B1FF6594997}" type="pres">
      <dgm:prSet presAssocID="{730C4467-E536-41E1-820F-6393F8FDEC5F}" presName="rootText" presStyleLbl="node3" presStyleIdx="27" presStyleCnt="28" custScaleY="5415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B908FE4-FC9C-4B6B-A5C4-6AF09C6B15BA}" type="pres">
      <dgm:prSet presAssocID="{730C4467-E536-41E1-820F-6393F8FDEC5F}" presName="rootConnector" presStyleLbl="node3" presStyleIdx="27" presStyleCnt="28"/>
      <dgm:spPr/>
      <dgm:t>
        <a:bodyPr/>
        <a:lstStyle/>
        <a:p>
          <a:pPr latinLnBrk="1"/>
          <a:endParaRPr lang="ko-KR" altLang="en-US"/>
        </a:p>
      </dgm:t>
    </dgm:pt>
    <dgm:pt modelId="{E2C72657-451A-42A3-A015-A0F91EF98C87}" type="pres">
      <dgm:prSet presAssocID="{730C4467-E536-41E1-820F-6393F8FDEC5F}" presName="hierChild4" presStyleCnt="0"/>
      <dgm:spPr/>
    </dgm:pt>
    <dgm:pt modelId="{BC425254-16E1-4AE0-B297-CD1A0781E650}" type="pres">
      <dgm:prSet presAssocID="{730C4467-E536-41E1-820F-6393F8FDEC5F}" presName="hierChild5" presStyleCnt="0"/>
      <dgm:spPr/>
    </dgm:pt>
    <dgm:pt modelId="{44FE0115-56FB-47C5-8337-1A5BE7675DB6}" type="pres">
      <dgm:prSet presAssocID="{4829B18D-7F80-4A89-AE91-915FC7757807}" presName="hierChild5" presStyleCnt="0"/>
      <dgm:spPr/>
    </dgm:pt>
    <dgm:pt modelId="{42C5FB3F-7656-4264-8B60-EC31E169C6A7}" type="pres">
      <dgm:prSet presAssocID="{079D2563-5BDD-42BD-A9B4-3F9DF2BDCF54}" presName="hierChild3" presStyleCnt="0"/>
      <dgm:spPr/>
    </dgm:pt>
  </dgm:ptLst>
  <dgm:cxnLst>
    <dgm:cxn modelId="{92378BA1-F223-4A5B-A3D0-B503BA6EA6F3}" type="presOf" srcId="{DCD7BA17-E022-449A-80D1-57F14AF685C6}" destId="{8E1BFFEE-3B03-4D59-99E6-081AC28E4C7C}" srcOrd="1" destOrd="0" presId="urn:microsoft.com/office/officeart/2005/8/layout/orgChart1"/>
    <dgm:cxn modelId="{AD0535A8-3786-478A-9127-DEB739C57DAE}" type="presOf" srcId="{C6694192-2115-4FB9-90D8-C3BF887D7F05}" destId="{F527CAD0-A61B-440C-82EE-641AC6FADBD5}" srcOrd="1" destOrd="0" presId="urn:microsoft.com/office/officeart/2005/8/layout/orgChart1"/>
    <dgm:cxn modelId="{7B49A762-E1B8-48B2-90C8-603F1663A6CF}" type="presOf" srcId="{A91B4869-953D-4135-9494-02D426A73270}" destId="{CFFB7436-4BD5-4DE3-8F13-92718F6A80BA}" srcOrd="0" destOrd="0" presId="urn:microsoft.com/office/officeart/2005/8/layout/orgChart1"/>
    <dgm:cxn modelId="{04447921-46CB-4CFF-BD12-0CDDBF272D51}" type="presOf" srcId="{10B25323-D25C-4610-8E5B-47FD3F0F230D}" destId="{014F7C28-6C63-4912-82EA-91CB6AE17AF5}" srcOrd="0" destOrd="0" presId="urn:microsoft.com/office/officeart/2005/8/layout/orgChart1"/>
    <dgm:cxn modelId="{E7F71FFD-9798-4C4B-B131-5DF97EFF38BF}" type="presOf" srcId="{F672F94D-EB6C-4AF3-B3F4-B8EE73228B8D}" destId="{91E9583A-4902-4F7A-AA58-73BAB115E48C}" srcOrd="0" destOrd="0" presId="urn:microsoft.com/office/officeart/2005/8/layout/orgChart1"/>
    <dgm:cxn modelId="{0BA7BFB3-6A54-4046-8D94-9F43920F0138}" type="presOf" srcId="{5F0BECE9-7A43-4C29-8E5A-1C006BA6E961}" destId="{64487651-BAE3-4522-A4E4-F2A2105D9FA0}" srcOrd="0" destOrd="0" presId="urn:microsoft.com/office/officeart/2005/8/layout/orgChart1"/>
    <dgm:cxn modelId="{B12D2CCB-AC6B-4D88-B9F9-0F09DDA69A47}" type="presOf" srcId="{4829B18D-7F80-4A89-AE91-915FC7757807}" destId="{E4049115-A440-49BF-B077-2334AFDE6DA2}" srcOrd="1" destOrd="0" presId="urn:microsoft.com/office/officeart/2005/8/layout/orgChart1"/>
    <dgm:cxn modelId="{18FBB08C-EA7A-483C-9C1B-DA63A8663511}" type="presOf" srcId="{96A321F1-343D-4DD4-AD80-710639706A3F}" destId="{6D1A1156-78A0-44D0-A69D-808C24D4A58D}" srcOrd="1" destOrd="0" presId="urn:microsoft.com/office/officeart/2005/8/layout/orgChart1"/>
    <dgm:cxn modelId="{0C9BAB6D-1943-4D3A-A275-CAB111EF195B}" type="presOf" srcId="{14D1F157-19FC-46A8-BEF0-D995FC19EFC5}" destId="{65AA91F4-7F1B-4F2E-8FD5-0D9439B31E6D}" srcOrd="1" destOrd="0" presId="urn:microsoft.com/office/officeart/2005/8/layout/orgChart1"/>
    <dgm:cxn modelId="{7EE39FD7-F6E3-420C-B804-6C06C66952B0}" type="presOf" srcId="{F73E8672-65E8-43B3-A26F-F47ABAFCA995}" destId="{2995FAE2-BB50-41BF-A246-60303D243562}" srcOrd="0" destOrd="0" presId="urn:microsoft.com/office/officeart/2005/8/layout/orgChart1"/>
    <dgm:cxn modelId="{19A4F7E1-AF9D-43EB-9128-28796CAAB06B}" type="presOf" srcId="{92330760-0E8E-4F21-8AD4-9257D5AD1286}" destId="{76FFE6FD-5BDD-41DE-A3F0-FDE449F142BF}" srcOrd="0" destOrd="0" presId="urn:microsoft.com/office/officeart/2005/8/layout/orgChart1"/>
    <dgm:cxn modelId="{049A3D3C-626F-4D56-B6E5-C777880F3C51}" srcId="{2E6E1414-93D1-4029-8121-37CB7E95B499}" destId="{541F4E9C-ABBB-4FCD-8AD7-331BD60F3CAE}" srcOrd="3" destOrd="0" parTransId="{2F5D2931-C817-4191-B804-195019EA3C47}" sibTransId="{32123CA7-96B4-4C9E-80F2-8E64C04B1858}"/>
    <dgm:cxn modelId="{9033EFE4-9D41-4066-A7EA-AE98C9B57599}" srcId="{6EE3ED07-C87C-4869-A54C-65ACD80885BD}" destId="{1BEA5798-AA20-4755-92B7-CF3C21F8B6EC}" srcOrd="2" destOrd="0" parTransId="{9F8DFBC2-6B7A-4834-B47F-4EBC45E2DB32}" sibTransId="{BA7DDC29-8FCD-4243-83B7-B6820AC7E98F}"/>
    <dgm:cxn modelId="{4D941DA7-5D60-4966-B177-404F8ACFE060}" srcId="{4829B18D-7F80-4A89-AE91-915FC7757807}" destId="{1ED2C38C-CE76-400F-BF4E-D4A80D4D70CD}" srcOrd="3" destOrd="0" parTransId="{517E2404-393B-417A-864C-D32D2EC98620}" sibTransId="{085C1111-BBF6-4574-A76C-B723DD40CBDF}"/>
    <dgm:cxn modelId="{68D27B64-DA6A-4FD8-A10D-366A93346F24}" srcId="{2E6E1414-93D1-4029-8121-37CB7E95B499}" destId="{637C717E-CEA5-40C8-86A4-625E7BCBD010}" srcOrd="2" destOrd="0" parTransId="{C98A85A2-CCF0-4883-90C3-3814CC33A9A4}" sibTransId="{592B5D99-51CB-407F-8F29-A24BB3C8E069}"/>
    <dgm:cxn modelId="{CC3D3021-2FFD-4D35-BDFA-34A6D9636148}" type="presOf" srcId="{A3BDF521-3220-4398-B52D-8B0EB8E20357}" destId="{C7596AF6-2CC2-4B4A-9CF4-87D8914F5285}" srcOrd="0" destOrd="0" presId="urn:microsoft.com/office/officeart/2005/8/layout/orgChart1"/>
    <dgm:cxn modelId="{05563DF0-2A5B-4857-8F63-746EB365AC51}" srcId="{4829B18D-7F80-4A89-AE91-915FC7757807}" destId="{140986B3-F3B1-4CDA-9C7C-AF124AB4E9B3}" srcOrd="6" destOrd="0" parTransId="{EE80C9F4-6742-47C9-8C87-960D5D862651}" sibTransId="{9DD67573-9766-4FC5-8370-CC16BED242EA}"/>
    <dgm:cxn modelId="{9DA6D2A6-F6C0-45C6-A479-65BB3FCEEC0E}" type="presOf" srcId="{F0E0E152-23C5-4A3D-A3C3-15138703C1BF}" destId="{F65BC5B9-FEAA-4EFC-B493-62DF1C254178}" srcOrd="1" destOrd="0" presId="urn:microsoft.com/office/officeart/2005/8/layout/orgChart1"/>
    <dgm:cxn modelId="{B0780004-B884-44F0-A32A-AD095C5134A2}" type="presOf" srcId="{646B7DDA-183B-40C9-A9F3-5E11EF35530A}" destId="{E5EE11FE-06E5-4576-8F94-2A6F6DA74500}" srcOrd="0" destOrd="0" presId="urn:microsoft.com/office/officeart/2005/8/layout/orgChart1"/>
    <dgm:cxn modelId="{64FF1ACA-0D89-41EB-8AA3-200E008F4DBC}" type="presOf" srcId="{CE70F3F6-D58D-44F4-A3F9-68BEEDF4A67A}" destId="{8DBE9472-38C9-4B3A-9B13-FBC9769C1BB3}" srcOrd="0" destOrd="0" presId="urn:microsoft.com/office/officeart/2005/8/layout/orgChart1"/>
    <dgm:cxn modelId="{99A954A9-C78F-4C20-8F43-60BEAD44F999}" type="presOf" srcId="{C98A85A2-CCF0-4883-90C3-3814CC33A9A4}" destId="{CCF23960-A131-4223-BD97-A4C1764764C8}" srcOrd="0" destOrd="0" presId="urn:microsoft.com/office/officeart/2005/8/layout/orgChart1"/>
    <dgm:cxn modelId="{FC247B92-7546-4AF3-8D53-B82CD87C61C1}" srcId="{6EE3ED07-C87C-4869-A54C-65ACD80885BD}" destId="{DCD7BA17-E022-449A-80D1-57F14AF685C6}" srcOrd="1" destOrd="0" parTransId="{74153E8E-2789-4626-96D6-485D61139CE0}" sibTransId="{F3B7D487-32F7-437B-9C89-1B2779EA3574}"/>
    <dgm:cxn modelId="{E3EAFCD1-1F51-4731-BF3D-C96DEDC4CAAB}" type="presOf" srcId="{730C4467-E536-41E1-820F-6393F8FDEC5F}" destId="{4CC23025-EE7D-4ABE-B01C-1B1FF6594997}" srcOrd="0" destOrd="0" presId="urn:microsoft.com/office/officeart/2005/8/layout/orgChart1"/>
    <dgm:cxn modelId="{A586A12B-24BE-4B95-91C9-F4C7B791ADF6}" type="presOf" srcId="{851146E8-C655-4FBC-B6AC-E9E465A63C4F}" destId="{4F7E0FBD-A4CD-4A14-97AA-CB371967CD36}" srcOrd="1" destOrd="0" presId="urn:microsoft.com/office/officeart/2005/8/layout/orgChart1"/>
    <dgm:cxn modelId="{801965DF-3D6B-4C0B-A888-3283157A7F09}" srcId="{6EE3ED07-C87C-4869-A54C-65ACD80885BD}" destId="{F0E0E152-23C5-4A3D-A3C3-15138703C1BF}" srcOrd="0" destOrd="0" parTransId="{F672F94D-EB6C-4AF3-B3F4-B8EE73228B8D}" sibTransId="{2275739A-9E09-4E10-B5F8-1FD808EA352A}"/>
    <dgm:cxn modelId="{61BE04FF-F7F0-454D-967F-76D7A4070C50}" type="presOf" srcId="{541F4E9C-ABBB-4FCD-8AD7-331BD60F3CAE}" destId="{B257B077-EE45-4A95-9C24-B7D8C28D5735}" srcOrd="0" destOrd="0" presId="urn:microsoft.com/office/officeart/2005/8/layout/orgChart1"/>
    <dgm:cxn modelId="{158343E2-5D85-483E-9FE9-03AB20771FB5}" type="presOf" srcId="{55A3D867-6D25-4ECF-B264-9E7D28DB10A1}" destId="{4C7B521D-4AA5-449C-9799-2BD3C68CC69C}" srcOrd="0" destOrd="0" presId="urn:microsoft.com/office/officeart/2005/8/layout/orgChart1"/>
    <dgm:cxn modelId="{788CFA74-3043-4228-9512-86AF003AF478}" type="presOf" srcId="{E18E4BA0-5EB9-44BD-B108-725838502C75}" destId="{8B563AA4-28D4-4759-B0D1-66306B4F6F6C}" srcOrd="0" destOrd="0" presId="urn:microsoft.com/office/officeart/2005/8/layout/orgChart1"/>
    <dgm:cxn modelId="{8F9F4A51-5759-475C-AADC-184FB600129B}" type="presOf" srcId="{96A321F1-343D-4DD4-AD80-710639706A3F}" destId="{97A6713E-B17A-4D51-9F08-C13298773044}" srcOrd="0" destOrd="0" presId="urn:microsoft.com/office/officeart/2005/8/layout/orgChart1"/>
    <dgm:cxn modelId="{1BF2BF70-F218-484F-B8DA-C594729E6F87}" srcId="{4829B18D-7F80-4A89-AE91-915FC7757807}" destId="{851146E8-C655-4FBC-B6AC-E9E465A63C4F}" srcOrd="7" destOrd="0" parTransId="{4EAB019A-3ABE-4136-BD43-36AE54814325}" sibTransId="{454E2D8A-A65A-4DD9-A8EF-8D8F28FC7A2D}"/>
    <dgm:cxn modelId="{F4C53A56-556D-426E-9E29-B75BEB60C9BD}" srcId="{4829B18D-7F80-4A89-AE91-915FC7757807}" destId="{750CD6A9-0C5F-4586-921F-5530B4967804}" srcOrd="1" destOrd="0" parTransId="{92330760-0E8E-4F21-8AD4-9257D5AD1286}" sibTransId="{99196D4A-D72F-4C77-86E1-11D1FB7E67A7}"/>
    <dgm:cxn modelId="{93A1EF63-9DB8-46E0-B06B-65370DE4F8A9}" type="presOf" srcId="{74153E8E-2789-4626-96D6-485D61139CE0}" destId="{81D80E15-EC05-42BF-A03D-CA6E399AE610}" srcOrd="0" destOrd="0" presId="urn:microsoft.com/office/officeart/2005/8/layout/orgChart1"/>
    <dgm:cxn modelId="{DC2E2BA7-8763-4346-B9A9-2CBB0B496549}" type="presOf" srcId="{541F4E9C-ABBB-4FCD-8AD7-331BD60F3CAE}" destId="{F1EB9F42-2C9B-4612-A2C4-B9E89FD76019}" srcOrd="1" destOrd="0" presId="urn:microsoft.com/office/officeart/2005/8/layout/orgChart1"/>
    <dgm:cxn modelId="{20847060-4624-4EFE-857A-6DDEB99680DF}" type="presOf" srcId="{517E2404-393B-417A-864C-D32D2EC98620}" destId="{32F2CE7C-5BCF-4469-B1C0-44EB6E04B1A4}" srcOrd="0" destOrd="0" presId="urn:microsoft.com/office/officeart/2005/8/layout/orgChart1"/>
    <dgm:cxn modelId="{55378056-3E37-4D86-9347-9B8B5140ED9C}" type="presOf" srcId="{757ABE1B-317F-4EA8-AB10-8F9C86620510}" destId="{8BE1E2CE-656D-44B0-A26B-3229E295235F}" srcOrd="1" destOrd="0" presId="urn:microsoft.com/office/officeart/2005/8/layout/orgChart1"/>
    <dgm:cxn modelId="{F38425CD-A981-4A01-8AD2-D7D5112A298B}" type="presOf" srcId="{1BEA5798-AA20-4755-92B7-CF3C21F8B6EC}" destId="{B837A88F-5F83-4F5F-BE86-3B1C41B3821E}" srcOrd="1" destOrd="0" presId="urn:microsoft.com/office/officeart/2005/8/layout/orgChart1"/>
    <dgm:cxn modelId="{E703B153-FC64-45A4-A5DC-65122DF8A037}" srcId="{2E6E1414-93D1-4029-8121-37CB7E95B499}" destId="{EAD92EAE-DEE8-4E7A-A254-AF97882F317C}" srcOrd="1" destOrd="0" parTransId="{55A3D867-6D25-4ECF-B264-9E7D28DB10A1}" sibTransId="{9BDC579A-EBC8-4D4F-8D72-A794CBC9C024}"/>
    <dgm:cxn modelId="{6ADB624B-2C67-460E-A019-D1960801CAB9}" srcId="{079D2563-5BDD-42BD-A9B4-3F9DF2BDCF54}" destId="{6EE3ED07-C87C-4869-A54C-65ACD80885BD}" srcOrd="0" destOrd="0" parTransId="{2FF5934F-8E6A-4FE8-B131-E7B6DBF24044}" sibTransId="{4301D955-BFC6-469D-B29C-85BDD067D661}"/>
    <dgm:cxn modelId="{B6798803-E758-4AC0-B1B5-97773FE090CE}" type="presOf" srcId="{ED582103-935B-4668-8A9A-63D5592D00EA}" destId="{E2222090-0739-4BEE-A72E-7E1EAA17C8DF}" srcOrd="0" destOrd="0" presId="urn:microsoft.com/office/officeart/2005/8/layout/orgChart1"/>
    <dgm:cxn modelId="{A0582BDD-3461-43A0-9238-139EAB23709D}" srcId="{4829B18D-7F80-4A89-AE91-915FC7757807}" destId="{96A321F1-343D-4DD4-AD80-710639706A3F}" srcOrd="5" destOrd="0" parTransId="{1FD92D95-8F88-4955-BBC1-295E08341C5F}" sibTransId="{01254BCC-A704-4535-A1E2-2371C6366559}"/>
    <dgm:cxn modelId="{C43D45E7-1144-46D2-ABE1-DE0C372D909A}" type="presOf" srcId="{4EAB019A-3ABE-4136-BD43-36AE54814325}" destId="{71222F52-EDEE-4FE0-A2FE-35A35EFC14B8}" srcOrd="0" destOrd="0" presId="urn:microsoft.com/office/officeart/2005/8/layout/orgChart1"/>
    <dgm:cxn modelId="{431DC99F-8AD4-4C12-A2AB-732F09B94358}" type="presOf" srcId="{750CD6A9-0C5F-4586-921F-5530B4967804}" destId="{5D9638FB-2154-4E47-903E-607F4BB8D7CB}" srcOrd="1" destOrd="0" presId="urn:microsoft.com/office/officeart/2005/8/layout/orgChart1"/>
    <dgm:cxn modelId="{2D878BF9-D7CC-483C-9763-4D9668BAA1B1}" type="presOf" srcId="{D8A1A04F-8CB6-417B-8428-7F2E464DE7DB}" destId="{B1DB7839-545D-432F-BCDA-A02FAB4968E2}" srcOrd="0" destOrd="0" presId="urn:microsoft.com/office/officeart/2005/8/layout/orgChart1"/>
    <dgm:cxn modelId="{CCEC5364-75EB-40E1-93D9-535072D0C680}" type="presOf" srcId="{C6694192-2115-4FB9-90D8-C3BF887D7F05}" destId="{C129B130-CB72-48A1-8C04-9B813D6E1D59}" srcOrd="0" destOrd="0" presId="urn:microsoft.com/office/officeart/2005/8/layout/orgChart1"/>
    <dgm:cxn modelId="{4CFD1A38-A80F-430D-B7F2-1EFEB93AFE13}" type="presOf" srcId="{2FF5934F-8E6A-4FE8-B131-E7B6DBF24044}" destId="{A8FD8707-9C96-43CB-9657-6E47CC2B4684}" srcOrd="0" destOrd="0" presId="urn:microsoft.com/office/officeart/2005/8/layout/orgChart1"/>
    <dgm:cxn modelId="{7D308D24-8D2E-4717-B381-F973699FEBE9}" type="presOf" srcId="{3AE73F78-E73B-4794-8778-A817A066586F}" destId="{FF0AE0C2-5A16-4D94-AC4F-64C8FA10A8E9}" srcOrd="0" destOrd="0" presId="urn:microsoft.com/office/officeart/2005/8/layout/orgChart1"/>
    <dgm:cxn modelId="{96606A76-898D-4456-BEC3-99FF6DAE9B65}" srcId="{D451290D-EB3F-426B-B6A5-698B68BEFD73}" destId="{E8F6F905-9FF8-4968-95F4-C1539CE59D1B}" srcOrd="5" destOrd="0" parTransId="{302E1D64-FB6E-4109-971C-176BA0480B08}" sibTransId="{83892F84-2B44-432E-8BE8-94CD1913A74F}"/>
    <dgm:cxn modelId="{A6EDE056-29D5-4BAE-B2CA-4B78FE4040E2}" type="presOf" srcId="{1ED2C38C-CE76-400F-BF4E-D4A80D4D70CD}" destId="{25363843-DDEC-42AB-976F-1019A5F16313}" srcOrd="1" destOrd="0" presId="urn:microsoft.com/office/officeart/2005/8/layout/orgChart1"/>
    <dgm:cxn modelId="{4654D90C-754A-48E8-8A49-BA1293096B3A}" srcId="{079D2563-5BDD-42BD-A9B4-3F9DF2BDCF54}" destId="{D8A1A04F-8CB6-417B-8428-7F2E464DE7DB}" srcOrd="1" destOrd="0" parTransId="{CE70F3F6-D58D-44F4-A3F9-68BEEDF4A67A}" sibTransId="{FFF0DEEA-782E-4362-84AE-1A9A1A37BAEC}"/>
    <dgm:cxn modelId="{EE139265-AA79-4E9E-AABE-AF9D200CAA5C}" type="presOf" srcId="{CB0B6DAE-CF76-4A2E-BED2-0AADF6B16DA2}" destId="{D488B80D-07E1-455C-AF21-718910E21C9C}" srcOrd="1" destOrd="0" presId="urn:microsoft.com/office/officeart/2005/8/layout/orgChart1"/>
    <dgm:cxn modelId="{B79BE039-5B12-4D5C-8B21-36CAAEAFBE21}" srcId="{4829B18D-7F80-4A89-AE91-915FC7757807}" destId="{5C184689-8C40-4ECE-9280-50AE8C6170EF}" srcOrd="4" destOrd="0" parTransId="{E603E509-A6D8-4FD5-9793-2AE61AB72A73}" sibTransId="{2F68276B-F98E-4C6D-9E1E-FA0F091BBCA3}"/>
    <dgm:cxn modelId="{9309D588-BBBB-4406-A458-4885C7D1BC21}" srcId="{2E6E1414-93D1-4029-8121-37CB7E95B499}" destId="{AAD6A436-1B11-4FC1-B17D-A79C48CA9DB6}" srcOrd="0" destOrd="0" parTransId="{35C31375-5CAE-4A35-BB26-7C262AEF2715}" sibTransId="{C1427491-A146-4BF6-92A0-BB64F19E1903}"/>
    <dgm:cxn modelId="{E2196B63-007B-41DC-B05F-0EF182164437}" type="presOf" srcId="{EAA93EAF-896A-45B8-B074-3AC362AF8E99}" destId="{6DABD23B-8095-420A-AA5E-A5B19743AE21}" srcOrd="0" destOrd="0" presId="urn:microsoft.com/office/officeart/2005/8/layout/orgChart1"/>
    <dgm:cxn modelId="{63766964-DF68-4437-A436-4E09D652C989}" type="presOf" srcId="{302E1D64-FB6E-4109-971C-176BA0480B08}" destId="{9C1DD73E-A42D-4A35-83BA-1F5C90EABABE}" srcOrd="0" destOrd="0" presId="urn:microsoft.com/office/officeart/2005/8/layout/orgChart1"/>
    <dgm:cxn modelId="{592A673C-C047-45F8-824D-90D1C7B4F707}" srcId="{079D2563-5BDD-42BD-A9B4-3F9DF2BDCF54}" destId="{4829B18D-7F80-4A89-AE91-915FC7757807}" srcOrd="4" destOrd="0" parTransId="{31C747BB-0498-4B18-A3C2-C76124D657FE}" sibTransId="{7FBF414C-83C2-4B56-B0CB-B8A942141C04}"/>
    <dgm:cxn modelId="{1D4AA1BE-D623-4A63-AE38-21B19D1372A0}" type="presOf" srcId="{E8F6F905-9FF8-4968-95F4-C1539CE59D1B}" destId="{F1F46574-ACBA-44C6-8442-42C64598B51A}" srcOrd="0" destOrd="0" presId="urn:microsoft.com/office/officeart/2005/8/layout/orgChart1"/>
    <dgm:cxn modelId="{6A58ACEE-3FEE-4C10-B3C3-D27375AE3BC7}" srcId="{4829B18D-7F80-4A89-AE91-915FC7757807}" destId="{74504BC1-DF0D-485B-8B0E-DB6AC2F89C39}" srcOrd="0" destOrd="0" parTransId="{A3BDF521-3220-4398-B52D-8B0EB8E20357}" sibTransId="{04DA68E9-F129-471A-B710-B57B9B45A68B}"/>
    <dgm:cxn modelId="{D142A25C-6808-48A3-96D5-0E87C070DAAD}" srcId="{D8A1A04F-8CB6-417B-8428-7F2E464DE7DB}" destId="{757ABE1B-317F-4EA8-AB10-8F9C86620510}" srcOrd="2" destOrd="0" parTransId="{21F5CBA8-9609-41F9-8128-A5C7894C3777}" sibTransId="{0F263AC6-E805-45EA-92F9-D06E970346BB}"/>
    <dgm:cxn modelId="{EA2CF655-C85E-4E53-A0F4-434ED51FF942}" srcId="{6EE3ED07-C87C-4869-A54C-65ACD80885BD}" destId="{5F0BECE9-7A43-4C29-8E5A-1C006BA6E961}" srcOrd="3" destOrd="0" parTransId="{F73E8672-65E8-43B3-A26F-F47ABAFCA995}" sibTransId="{3D89FC89-E3CC-4383-BE11-8EECF215752B}"/>
    <dgm:cxn modelId="{EA3B95EF-5930-47F8-83D6-C545ACA1CF36}" type="presOf" srcId="{AAD6A436-1B11-4FC1-B17D-A79C48CA9DB6}" destId="{5D0EC50E-1678-42C1-A2EA-F399141BC513}" srcOrd="1" destOrd="0" presId="urn:microsoft.com/office/officeart/2005/8/layout/orgChart1"/>
    <dgm:cxn modelId="{ECAC336B-C98B-4C7D-989B-76DFD0077324}" type="presOf" srcId="{35C435CD-65F5-4BA3-B219-AB031AE88799}" destId="{985E7C76-6010-4E28-A90B-E77D3FAEA659}" srcOrd="0" destOrd="0" presId="urn:microsoft.com/office/officeart/2005/8/layout/orgChart1"/>
    <dgm:cxn modelId="{7C851157-DB7F-447A-BE30-2B824C4E49EA}" type="presOf" srcId="{646B7DDA-183B-40C9-A9F3-5E11EF35530A}" destId="{AA50E344-066D-448A-89B8-793AB5867E0D}" srcOrd="1" destOrd="0" presId="urn:microsoft.com/office/officeart/2005/8/layout/orgChart1"/>
    <dgm:cxn modelId="{ACD64889-1954-474B-B7DB-08F8D7301760}" type="presOf" srcId="{D8A1A04F-8CB6-417B-8428-7F2E464DE7DB}" destId="{BBAA09C4-C856-4810-BB06-370FFC2989A8}" srcOrd="1" destOrd="0" presId="urn:microsoft.com/office/officeart/2005/8/layout/orgChart1"/>
    <dgm:cxn modelId="{42A821BB-E99C-4445-993A-CFDB71F97C0A}" type="presOf" srcId="{35C31375-5CAE-4A35-BB26-7C262AEF2715}" destId="{4A097566-98C8-4EB4-9FD5-5DC1FCBDDF9C}" srcOrd="0" destOrd="0" presId="urn:microsoft.com/office/officeart/2005/8/layout/orgChart1"/>
    <dgm:cxn modelId="{8C97186F-8F34-4DAE-A28C-4078DA53F086}" type="presOf" srcId="{1BEA5798-AA20-4755-92B7-CF3C21F8B6EC}" destId="{70ACA0CA-B87F-4924-B527-7160176F7F7E}" srcOrd="0" destOrd="0" presId="urn:microsoft.com/office/officeart/2005/8/layout/orgChart1"/>
    <dgm:cxn modelId="{EA35096B-CFEA-4E92-8B28-62C59536D969}" srcId="{079D2563-5BDD-42BD-A9B4-3F9DF2BDCF54}" destId="{2E6E1414-93D1-4029-8121-37CB7E95B499}" srcOrd="3" destOrd="0" parTransId="{ED582103-935B-4668-8A9A-63D5592D00EA}" sibTransId="{96C1DF08-4F55-4D95-9884-2E4E457CC40D}"/>
    <dgm:cxn modelId="{61A7ABFC-C0A9-45AE-9E3C-0866D8A79847}" type="presOf" srcId="{EAA93EAF-896A-45B8-B074-3AC362AF8E99}" destId="{236B03FE-7DE4-454B-B824-75BE069CD6F3}" srcOrd="1" destOrd="0" presId="urn:microsoft.com/office/officeart/2005/8/layout/orgChart1"/>
    <dgm:cxn modelId="{CFBC39D7-A655-4CC5-8685-F0E6AA7D3111}" type="presOf" srcId="{D451290D-EB3F-426B-B6A5-698B68BEFD73}" destId="{D3A5A9CD-6A9F-4CF3-9B77-01FD3548D238}" srcOrd="1" destOrd="0" presId="urn:microsoft.com/office/officeart/2005/8/layout/orgChart1"/>
    <dgm:cxn modelId="{CDAB34C4-AA37-414F-A80C-3251BD9004E8}" type="presOf" srcId="{EAD92EAE-DEE8-4E7A-A254-AF97882F317C}" destId="{16FC4B19-6C1B-40A9-9E85-3DE368D56B40}" srcOrd="0" destOrd="0" presId="urn:microsoft.com/office/officeart/2005/8/layout/orgChart1"/>
    <dgm:cxn modelId="{61112410-2AD9-4B87-B0A7-F2C8E39B5CCE}" srcId="{D451290D-EB3F-426B-B6A5-698B68BEFD73}" destId="{EAA93EAF-896A-45B8-B074-3AC362AF8E99}" srcOrd="0" destOrd="0" parTransId="{C3F2F2EB-78FE-41BE-AA5C-ACFE01FD4C28}" sibTransId="{F44866B8-EF94-4BB9-9A88-E4C4F591B7E4}"/>
    <dgm:cxn modelId="{301F4977-920D-4F8E-9E75-691C1C8C203F}" srcId="{D8A1A04F-8CB6-417B-8428-7F2E464DE7DB}" destId="{516C4D11-4FD1-4AA0-BB21-D0B219014409}" srcOrd="0" destOrd="0" parTransId="{94FB42AA-68FA-4463-BF78-D0B51B09A4BC}" sibTransId="{C3ACA1C8-6C52-4F4C-ABED-0480E2C40111}"/>
    <dgm:cxn modelId="{9B2CD25A-6A58-4538-A7DB-FA7130180D27}" srcId="{D451290D-EB3F-426B-B6A5-698B68BEFD73}" destId="{FB711AA4-0241-4286-BCF4-8DAFB14D02D5}" srcOrd="3" destOrd="0" parTransId="{234AF9E2-A188-48F4-999F-A843CD787717}" sibTransId="{D1AAC9B4-630D-4DBA-BEA0-4E89A7A19FC9}"/>
    <dgm:cxn modelId="{9D489878-9CB3-4A0E-9C9E-00D6A66BED50}" type="presOf" srcId="{CB0B6DAE-CF76-4A2E-BED2-0AADF6B16DA2}" destId="{EF3F9CB6-D00F-4BDC-ADE7-F7F6BA260C3F}" srcOrd="0" destOrd="0" presId="urn:microsoft.com/office/officeart/2005/8/layout/orgChart1"/>
    <dgm:cxn modelId="{2E43BF86-5ECF-4C1B-8EEA-E4423C582D4F}" srcId="{4829B18D-7F80-4A89-AE91-915FC7757807}" destId="{646B7DDA-183B-40C9-A9F3-5E11EF35530A}" srcOrd="2" destOrd="0" parTransId="{FB6411D8-2E51-4165-B737-F443517AF7AB}" sibTransId="{6113294F-8FCB-43A2-B4D2-30A9DBC51A3E}"/>
    <dgm:cxn modelId="{EFB49B99-657C-499E-8410-7BEE5705054A}" type="presOf" srcId="{750CD6A9-0C5F-4586-921F-5530B4967804}" destId="{01AF4ABD-3825-449F-9471-B3CD0601241E}" srcOrd="0" destOrd="0" presId="urn:microsoft.com/office/officeart/2005/8/layout/orgChart1"/>
    <dgm:cxn modelId="{953CF449-A9FD-4E35-834C-8441769FF6D1}" type="presOf" srcId="{EE80C9F4-6742-47C9-8C87-960D5D862651}" destId="{500A5A46-9511-4CAE-A7E0-9370D37F5C98}" srcOrd="0" destOrd="0" presId="urn:microsoft.com/office/officeart/2005/8/layout/orgChart1"/>
    <dgm:cxn modelId="{D7BF3A77-705F-4E4E-9A0D-C742236411B2}" type="presOf" srcId="{AAD6A436-1B11-4FC1-B17D-A79C48CA9DB6}" destId="{06FC6233-25AD-4F19-85A1-30C714EF04A1}" srcOrd="0" destOrd="0" presId="urn:microsoft.com/office/officeart/2005/8/layout/orgChart1"/>
    <dgm:cxn modelId="{E3B1F726-E6DF-4E5F-9C1D-C5E733E9E247}" type="presOf" srcId="{637C717E-CEA5-40C8-86A4-625E7BCBD010}" destId="{F648AF78-261B-4403-AE1C-4E5E75F33C7A}" srcOrd="0" destOrd="0" presId="urn:microsoft.com/office/officeart/2005/8/layout/orgChart1"/>
    <dgm:cxn modelId="{489638DC-0BF6-4D37-9F29-FBEE64414501}" type="presOf" srcId="{FB711AA4-0241-4286-BCF4-8DAFB14D02D5}" destId="{E8CAFC5B-BB97-426E-B0B8-85BDB71EDEAC}" srcOrd="1" destOrd="0" presId="urn:microsoft.com/office/officeart/2005/8/layout/orgChart1"/>
    <dgm:cxn modelId="{3EB9C8A4-1D3E-4EA3-BE85-AB77DB675353}" type="presOf" srcId="{730C4467-E536-41E1-820F-6393F8FDEC5F}" destId="{BB908FE4-FC9C-4B6B-A5C4-6AF09C6B15BA}" srcOrd="1" destOrd="0" presId="urn:microsoft.com/office/officeart/2005/8/layout/orgChart1"/>
    <dgm:cxn modelId="{C0985835-1C30-4208-836D-8229AD161DE1}" type="presOf" srcId="{FB711AA4-0241-4286-BCF4-8DAFB14D02D5}" destId="{0F493370-B62B-4E3D-AA11-99D1555AF17F}" srcOrd="0" destOrd="0" presId="urn:microsoft.com/office/officeart/2005/8/layout/orgChart1"/>
    <dgm:cxn modelId="{0F2F3885-BF3A-4F17-AFFD-AEF1E4C6CA01}" srcId="{4829B18D-7F80-4A89-AE91-915FC7757807}" destId="{730C4467-E536-41E1-820F-6393F8FDEC5F}" srcOrd="8" destOrd="0" parTransId="{3DE4E5E6-B4EF-40BC-97F0-1D2C049F7931}" sibTransId="{145B34A3-4300-4221-BC11-5A4E7B76DDA3}"/>
    <dgm:cxn modelId="{9FCFEE92-04CE-468F-85CB-49E2154F21E6}" type="presOf" srcId="{2F5D2931-C817-4191-B804-195019EA3C47}" destId="{A9895BA4-20A1-444F-9727-271F4423B6C0}" srcOrd="0" destOrd="0" presId="urn:microsoft.com/office/officeart/2005/8/layout/orgChart1"/>
    <dgm:cxn modelId="{8B77F6F0-EE3E-4BDB-B6AC-67B80B89D6F4}" type="presOf" srcId="{207118EC-B4CF-4E26-9EE5-7EF64786E4C3}" destId="{C3858801-D010-4F3C-8105-974F416BA0F4}" srcOrd="0" destOrd="0" presId="urn:microsoft.com/office/officeart/2005/8/layout/orgChart1"/>
    <dgm:cxn modelId="{902F4CD6-7AB4-4DFE-8E7D-83158D805849}" type="presOf" srcId="{2E6E1414-93D1-4029-8121-37CB7E95B499}" destId="{A7C1FB99-3E20-4C9B-81C2-9E695D5E549A}" srcOrd="1" destOrd="0" presId="urn:microsoft.com/office/officeart/2005/8/layout/orgChart1"/>
    <dgm:cxn modelId="{3EBDB637-A01E-46F0-AF64-E8A962250D57}" type="presOf" srcId="{A80C4A97-30D2-414C-9A10-095247F99E1A}" destId="{1BFCBCFD-F37A-4A36-815F-83EB755C34C0}" srcOrd="0" destOrd="0" presId="urn:microsoft.com/office/officeart/2005/8/layout/orgChart1"/>
    <dgm:cxn modelId="{AC976CEE-E0FA-4DAF-BD11-724D139AF8CB}" type="presOf" srcId="{31C747BB-0498-4B18-A3C2-C76124D657FE}" destId="{4170224F-18FC-472C-84BF-8D5EAFC19649}" srcOrd="0" destOrd="0" presId="urn:microsoft.com/office/officeart/2005/8/layout/orgChart1"/>
    <dgm:cxn modelId="{95550FEF-17D5-4C37-B025-7E9881A9C689}" type="presOf" srcId="{EAD92EAE-DEE8-4E7A-A254-AF97882F317C}" destId="{0328B437-EE89-40F8-AB77-DDE4B7520C84}" srcOrd="1" destOrd="0" presId="urn:microsoft.com/office/officeart/2005/8/layout/orgChart1"/>
    <dgm:cxn modelId="{0E4CAF79-8A5D-459E-A78D-D94457B9BEC4}" type="presOf" srcId="{94FB42AA-68FA-4463-BF78-D0B51B09A4BC}" destId="{1EE3A958-935C-47BA-A8D5-EA00D3D7BB97}" srcOrd="0" destOrd="0" presId="urn:microsoft.com/office/officeart/2005/8/layout/orgChart1"/>
    <dgm:cxn modelId="{F6255FA4-6AC4-4E9C-B4CD-EF64D924481E}" type="presOf" srcId="{FB6411D8-2E51-4165-B737-F443517AF7AB}" destId="{38D45898-AC01-4868-A999-A036E47F2533}" srcOrd="0" destOrd="0" presId="urn:microsoft.com/office/officeart/2005/8/layout/orgChart1"/>
    <dgm:cxn modelId="{8A73783D-1536-4070-A7A2-092BF414D069}" type="presOf" srcId="{140986B3-F3B1-4CDA-9C7C-AF124AB4E9B3}" destId="{80354C9B-6152-4CFF-A2D8-4EE5E86CA868}" srcOrd="1" destOrd="0" presId="urn:microsoft.com/office/officeart/2005/8/layout/orgChart1"/>
    <dgm:cxn modelId="{EE7E1EFA-B8C0-4F86-9755-88EFD893D67B}" type="presOf" srcId="{1ED2C38C-CE76-400F-BF4E-D4A80D4D70CD}" destId="{7D58B846-BD6A-4C66-9C6D-86017812B36E}" srcOrd="0" destOrd="0" presId="urn:microsoft.com/office/officeart/2005/8/layout/orgChart1"/>
    <dgm:cxn modelId="{2C756FC0-6A6A-4DED-B3A7-D09B02416D0E}" type="presOf" srcId="{5F0BECE9-7A43-4C29-8E5A-1C006BA6E961}" destId="{E50EE31F-32E8-44F0-98E5-E72B965FA434}" srcOrd="1" destOrd="0" presId="urn:microsoft.com/office/officeart/2005/8/layout/orgChart1"/>
    <dgm:cxn modelId="{883D945A-3149-4B22-BA15-9A108C2504B0}" type="presOf" srcId="{14D1F157-19FC-46A8-BEF0-D995FC19EFC5}" destId="{936E507B-C5BD-4BF3-B511-384CEB0FC46D}" srcOrd="0" destOrd="0" presId="urn:microsoft.com/office/officeart/2005/8/layout/orgChart1"/>
    <dgm:cxn modelId="{33F0614A-0934-407F-8536-72816433B317}" type="presOf" srcId="{516C4D11-4FD1-4AA0-BB21-D0B219014409}" destId="{F95739FD-6D4A-488D-9235-BD9F2FFC40F4}" srcOrd="0" destOrd="0" presId="urn:microsoft.com/office/officeart/2005/8/layout/orgChart1"/>
    <dgm:cxn modelId="{659B067E-EB12-45AD-9F0E-40DDE4398792}" type="presOf" srcId="{6EE3ED07-C87C-4869-A54C-65ACD80885BD}" destId="{126919AA-5B44-4AA1-AD9D-C16183F77E3A}" srcOrd="0" destOrd="0" presId="urn:microsoft.com/office/officeart/2005/8/layout/orgChart1"/>
    <dgm:cxn modelId="{F7C1F2F6-0FF4-4E86-9FF9-F6F6BE4AEB65}" type="presOf" srcId="{140986B3-F3B1-4CDA-9C7C-AF124AB4E9B3}" destId="{57C27319-EFA5-4D87-92D6-51FF18F0A11A}" srcOrd="0" destOrd="0" presId="urn:microsoft.com/office/officeart/2005/8/layout/orgChart1"/>
    <dgm:cxn modelId="{124E9D2F-D3F1-4DE6-A441-B786BF49E094}" type="presOf" srcId="{F8AAC8B8-D58B-4CF1-AF70-16CD7822ADB3}" destId="{59967EEB-53C3-477B-953F-F3007DA54EBF}" srcOrd="0" destOrd="0" presId="urn:microsoft.com/office/officeart/2005/8/layout/orgChart1"/>
    <dgm:cxn modelId="{1A159EC1-986E-4EB9-8E02-106FCA2FCB6D}" type="presOf" srcId="{7C22D443-28B5-4085-AF2F-C9123824264E}" destId="{FF4484B7-162E-4AE8-B288-478F02F8D0F7}" srcOrd="1" destOrd="0" presId="urn:microsoft.com/office/officeart/2005/8/layout/orgChart1"/>
    <dgm:cxn modelId="{BDE7E39E-93B4-4357-BB2E-1B8DA322B4CC}" type="presOf" srcId="{5C184689-8C40-4ECE-9280-50AE8C6170EF}" destId="{F9BC9271-A945-43AC-AB3E-E97896CE8CF6}" srcOrd="1" destOrd="0" presId="urn:microsoft.com/office/officeart/2005/8/layout/orgChart1"/>
    <dgm:cxn modelId="{8D5F468D-2E45-4750-9446-B458004FEBB6}" type="presOf" srcId="{74504BC1-DF0D-485B-8B0E-DB6AC2F89C39}" destId="{BEAACF0D-7938-486D-904D-D657393C7D9D}" srcOrd="1" destOrd="0" presId="urn:microsoft.com/office/officeart/2005/8/layout/orgChart1"/>
    <dgm:cxn modelId="{A8053A45-FBFF-4154-AE1F-3FDA8F59A5EC}" type="presOf" srcId="{6EE3ED07-C87C-4869-A54C-65ACD80885BD}" destId="{81770347-D9B2-4977-B433-809508C75DC4}" srcOrd="1" destOrd="0" presId="urn:microsoft.com/office/officeart/2005/8/layout/orgChart1"/>
    <dgm:cxn modelId="{6CB75529-932F-49FE-B04E-1389D5DF3A0B}" srcId="{D8A1A04F-8CB6-417B-8428-7F2E464DE7DB}" destId="{7C22D443-28B5-4085-AF2F-C9123824264E}" srcOrd="1" destOrd="0" parTransId="{35C435CD-65F5-4BA3-B219-AB031AE88799}" sibTransId="{84C6A70E-12A1-425D-ADD0-AA5D667265B0}"/>
    <dgm:cxn modelId="{A14F5AB7-4F19-43C7-8EB7-7C0B82E53A32}" type="presOf" srcId="{E603E509-A6D8-4FD5-9793-2AE61AB72A73}" destId="{86447BDE-A35C-457A-9371-1248FAA97CB7}" srcOrd="0" destOrd="0" presId="urn:microsoft.com/office/officeart/2005/8/layout/orgChart1"/>
    <dgm:cxn modelId="{8B9B2C79-D2C9-4532-BE87-279BC7AEABC2}" srcId="{D451290D-EB3F-426B-B6A5-698B68BEFD73}" destId="{CB0B6DAE-CF76-4A2E-BED2-0AADF6B16DA2}" srcOrd="2" destOrd="0" parTransId="{F8AAC8B8-D58B-4CF1-AF70-16CD7822ADB3}" sibTransId="{D2ADE9B1-651D-4EC4-9A0B-F8F6D15186E2}"/>
    <dgm:cxn modelId="{77C0CCA6-3A1D-4ACE-AC8E-1335C33F4C38}" srcId="{D451290D-EB3F-426B-B6A5-698B68BEFD73}" destId="{207118EC-B4CF-4E26-9EE5-7EF64786E4C3}" srcOrd="4" destOrd="0" parTransId="{A80C4A97-30D2-414C-9A10-095247F99E1A}" sibTransId="{3B4B6AC6-843E-411B-B642-61AFA50B2E25}"/>
    <dgm:cxn modelId="{D9858A14-BDDA-436F-B202-E48A7D61AFDC}" type="presOf" srcId="{637C717E-CEA5-40C8-86A4-625E7BCBD010}" destId="{7DFD8921-6685-4DDC-ABF0-10A8FF611D76}" srcOrd="1" destOrd="0" presId="urn:microsoft.com/office/officeart/2005/8/layout/orgChart1"/>
    <dgm:cxn modelId="{35447085-D13E-4016-AFC2-A49B5C3C15E5}" type="presOf" srcId="{1FD92D95-8F88-4955-BBC1-295E08341C5F}" destId="{095BC8F5-FDCB-4C2E-A593-0A893B0B443A}" srcOrd="0" destOrd="0" presId="urn:microsoft.com/office/officeart/2005/8/layout/orgChart1"/>
    <dgm:cxn modelId="{C6666ABC-88F9-42FE-9232-063254CB7837}" type="presOf" srcId="{2E6E1414-93D1-4029-8121-37CB7E95B499}" destId="{D9CA4F18-72A0-40B7-9F29-42CB1B32C08B}" srcOrd="0" destOrd="0" presId="urn:microsoft.com/office/officeart/2005/8/layout/orgChart1"/>
    <dgm:cxn modelId="{DDE501C9-75CB-486D-BFC1-D222BDCE9CE4}" type="presOf" srcId="{3DE4E5E6-B4EF-40BC-97F0-1D2C049F7931}" destId="{EF126CC1-26BF-43DD-AE8D-A38816D220F1}" srcOrd="0" destOrd="0" presId="urn:microsoft.com/office/officeart/2005/8/layout/orgChart1"/>
    <dgm:cxn modelId="{CB793062-7CBC-46BD-B065-118D32A5FD8B}" type="presOf" srcId="{7C22D443-28B5-4085-AF2F-C9123824264E}" destId="{0DCFA2FB-E01A-47A7-B663-005F574F6DAC}" srcOrd="0" destOrd="0" presId="urn:microsoft.com/office/officeart/2005/8/layout/orgChart1"/>
    <dgm:cxn modelId="{7800F126-3C24-4BCF-BE85-2534AA917C72}" type="presOf" srcId="{234AF9E2-A188-48F4-999F-A843CD787717}" destId="{EB949834-01B3-48CE-94DC-B555F9FD0712}" srcOrd="0" destOrd="0" presId="urn:microsoft.com/office/officeart/2005/8/layout/orgChart1"/>
    <dgm:cxn modelId="{64C29EDD-057A-476C-A029-669FE1D14C91}" type="presOf" srcId="{C3F2F2EB-78FE-41BE-AA5C-ACFE01FD4C28}" destId="{A6880EB0-D6AB-4D34-8F97-52D38980EC34}" srcOrd="0" destOrd="0" presId="urn:microsoft.com/office/officeart/2005/8/layout/orgChart1"/>
    <dgm:cxn modelId="{3F3F3EEE-FCEB-47D4-9BE3-D1915C2245B3}" type="presOf" srcId="{74504BC1-DF0D-485B-8B0E-DB6AC2F89C39}" destId="{18CAE764-F8CB-4ED0-AEAE-B90700E77585}" srcOrd="0" destOrd="0" presId="urn:microsoft.com/office/officeart/2005/8/layout/orgChart1"/>
    <dgm:cxn modelId="{837194DD-8B9B-4053-8011-AE22CA6049CA}" type="presOf" srcId="{472125CF-7BA4-4469-8E4F-12085D2C641C}" destId="{5DCBBE76-77BA-47CC-AC56-A091AA3E83D2}" srcOrd="0" destOrd="0" presId="urn:microsoft.com/office/officeart/2005/8/layout/orgChart1"/>
    <dgm:cxn modelId="{A84BB95C-3A02-47F7-BE49-21E766A589A3}" srcId="{D451290D-EB3F-426B-B6A5-698B68BEFD73}" destId="{14D1F157-19FC-46A8-BEF0-D995FC19EFC5}" srcOrd="1" destOrd="0" parTransId="{10B25323-D25C-4610-8E5B-47FD3F0F230D}" sibTransId="{63D1F59E-9CB1-421C-8DC7-109263FC6CDA}"/>
    <dgm:cxn modelId="{53737C8D-B868-48BB-8C5E-161AE8A67725}" type="presOf" srcId="{DCD7BA17-E022-449A-80D1-57F14AF685C6}" destId="{511601A7-362C-49A9-9EDA-295C533D1B20}" srcOrd="0" destOrd="0" presId="urn:microsoft.com/office/officeart/2005/8/layout/orgChart1"/>
    <dgm:cxn modelId="{D1816B2F-05C5-4BC5-9229-79176D7C1642}" type="presOf" srcId="{079D2563-5BDD-42BD-A9B4-3F9DF2BDCF54}" destId="{01241FD5-083E-436F-831C-B7D5684DDF17}" srcOrd="1" destOrd="0" presId="urn:microsoft.com/office/officeart/2005/8/layout/orgChart1"/>
    <dgm:cxn modelId="{4C76905B-EFAF-40EF-9459-421320867CF3}" type="presOf" srcId="{F0E0E152-23C5-4A3D-A3C3-15138703C1BF}" destId="{F5A74D09-2D8B-4E2B-BDC1-CFB5F0954EC7}" srcOrd="0" destOrd="0" presId="urn:microsoft.com/office/officeart/2005/8/layout/orgChart1"/>
    <dgm:cxn modelId="{5FD1E9BB-DD4B-4BDE-9860-B0FD16C8FBC0}" srcId="{2C8B0DA9-5624-43C0-BD05-5C366094746A}" destId="{079D2563-5BDD-42BD-A9B4-3F9DF2BDCF54}" srcOrd="0" destOrd="0" parTransId="{82191034-37BE-4360-B5E5-DDF865EF2BA9}" sibTransId="{C1272F17-1335-41C0-8CC7-087E4CFDF6B4}"/>
    <dgm:cxn modelId="{E0F09FFF-A99F-4F57-BA19-23613CD00D87}" type="presOf" srcId="{4829B18D-7F80-4A89-AE91-915FC7757807}" destId="{B59CBF40-D26E-4B38-A962-C2615EA53172}" srcOrd="0" destOrd="0" presId="urn:microsoft.com/office/officeart/2005/8/layout/orgChart1"/>
    <dgm:cxn modelId="{45AACD3E-943D-4796-8064-37DDFAF2EFCB}" type="presOf" srcId="{2C8B0DA9-5624-43C0-BD05-5C366094746A}" destId="{52587CDC-5BAA-4036-98AF-596429BFC6B1}" srcOrd="0" destOrd="0" presId="urn:microsoft.com/office/officeart/2005/8/layout/orgChart1"/>
    <dgm:cxn modelId="{B65C127D-C81F-472E-9068-3EFF2E6BC0AA}" type="presOf" srcId="{5C184689-8C40-4ECE-9280-50AE8C6170EF}" destId="{82E6F445-67DD-4ED6-97AC-E9F9BAC65A11}" srcOrd="0" destOrd="0" presId="urn:microsoft.com/office/officeart/2005/8/layout/orgChart1"/>
    <dgm:cxn modelId="{A1F670B0-22A9-4131-97EB-8BB033137349}" type="presOf" srcId="{D451290D-EB3F-426B-B6A5-698B68BEFD73}" destId="{D4EBC231-D986-4035-9124-09D8F735CBBA}" srcOrd="0" destOrd="0" presId="urn:microsoft.com/office/officeart/2005/8/layout/orgChart1"/>
    <dgm:cxn modelId="{6B24E9AC-E666-46FE-890E-C0A0955B262E}" type="presOf" srcId="{21F5CBA8-9609-41F9-8128-A5C7894C3777}" destId="{8F53CB83-BDD0-4045-80C1-834F297389E1}" srcOrd="0" destOrd="0" presId="urn:microsoft.com/office/officeart/2005/8/layout/orgChart1"/>
    <dgm:cxn modelId="{403776DB-477A-48A7-ACDC-C624E516770F}" type="presOf" srcId="{516C4D11-4FD1-4AA0-BB21-D0B219014409}" destId="{FC663E8F-CBC6-48B8-BFE9-4B3E00DF9C57}" srcOrd="1" destOrd="0" presId="urn:microsoft.com/office/officeart/2005/8/layout/orgChart1"/>
    <dgm:cxn modelId="{4B41EC98-5E47-4CFC-ABDD-D107E8ED64A5}" type="presOf" srcId="{E8F6F905-9FF8-4968-95F4-C1539CE59D1B}" destId="{B4308CD1-2D1A-4F83-8869-1D096AEA0B22}" srcOrd="1" destOrd="0" presId="urn:microsoft.com/office/officeart/2005/8/layout/orgChart1"/>
    <dgm:cxn modelId="{2E066ADD-7B94-4209-A17C-A3F9253FEEDD}" type="presOf" srcId="{207118EC-B4CF-4E26-9EE5-7EF64786E4C3}" destId="{34E4E89A-54A6-4554-A451-F652B72C3061}" srcOrd="1" destOrd="0" presId="urn:microsoft.com/office/officeart/2005/8/layout/orgChart1"/>
    <dgm:cxn modelId="{C30B0AFE-D9F6-4B1A-AC62-EBD4290E0922}" type="presOf" srcId="{9F8DFBC2-6B7A-4834-B47F-4EBC45E2DB32}" destId="{7343C667-645E-4558-83DB-B11032C2E818}" srcOrd="0" destOrd="0" presId="urn:microsoft.com/office/officeart/2005/8/layout/orgChart1"/>
    <dgm:cxn modelId="{169FF511-DCFE-4576-BD81-E0979C3CBDC9}" type="presOf" srcId="{079D2563-5BDD-42BD-A9B4-3F9DF2BDCF54}" destId="{0CDA4825-8282-45C8-BFB0-2246AFE53E74}" srcOrd="0" destOrd="0" presId="urn:microsoft.com/office/officeart/2005/8/layout/orgChart1"/>
    <dgm:cxn modelId="{F28B1845-3581-40A2-ACFD-F5488EE210AD}" srcId="{D8A1A04F-8CB6-417B-8428-7F2E464DE7DB}" destId="{C6694192-2115-4FB9-90D8-C3BF887D7F05}" srcOrd="4" destOrd="0" parTransId="{A91B4869-953D-4135-9494-02D426A73270}" sibTransId="{28E75356-A8B8-42AB-AB1C-8F61070C6880}"/>
    <dgm:cxn modelId="{DCFFDCAC-B4CF-4CC0-B3AA-76C081C1DAA3}" type="presOf" srcId="{851146E8-C655-4FBC-B6AC-E9E465A63C4F}" destId="{A4FACCCB-1513-46AC-910A-BC68CF7A9D74}" srcOrd="0" destOrd="0" presId="urn:microsoft.com/office/officeart/2005/8/layout/orgChart1"/>
    <dgm:cxn modelId="{0D0A5386-8614-4B62-B256-2CFAA0FF78BA}" type="presOf" srcId="{757ABE1B-317F-4EA8-AB10-8F9C86620510}" destId="{B8959AC9-37A5-48C2-A5C0-E1263A9B91D9}" srcOrd="0" destOrd="0" presId="urn:microsoft.com/office/officeart/2005/8/layout/orgChart1"/>
    <dgm:cxn modelId="{B9044E38-DF33-46F2-9935-839AE1C9B7C6}" srcId="{079D2563-5BDD-42BD-A9B4-3F9DF2BDCF54}" destId="{D451290D-EB3F-426B-B6A5-698B68BEFD73}" srcOrd="2" destOrd="0" parTransId="{472125CF-7BA4-4469-8E4F-12085D2C641C}" sibTransId="{708C42AA-97D5-49AF-9361-D611E9E04504}"/>
    <dgm:cxn modelId="{AD4F13C2-4573-4ED7-A1DD-9BA7B08EC24A}" srcId="{D8A1A04F-8CB6-417B-8428-7F2E464DE7DB}" destId="{E18E4BA0-5EB9-44BD-B108-725838502C75}" srcOrd="3" destOrd="0" parTransId="{3AE73F78-E73B-4794-8778-A817A066586F}" sibTransId="{45AEEDE6-CC5C-442A-ACA2-A8488697B18A}"/>
    <dgm:cxn modelId="{F145D267-392C-482F-BA6A-AA1674A9F001}" type="presOf" srcId="{E18E4BA0-5EB9-44BD-B108-725838502C75}" destId="{2DE13153-05C5-4616-8174-47C23450989C}" srcOrd="1" destOrd="0" presId="urn:microsoft.com/office/officeart/2005/8/layout/orgChart1"/>
    <dgm:cxn modelId="{95FBDC33-41FA-44CC-8518-BB036CA7D342}" type="presParOf" srcId="{52587CDC-5BAA-4036-98AF-596429BFC6B1}" destId="{9A8DB464-AEFB-4D70-95A2-F727601528FF}" srcOrd="0" destOrd="0" presId="urn:microsoft.com/office/officeart/2005/8/layout/orgChart1"/>
    <dgm:cxn modelId="{6824AAF6-77E0-4059-A8CB-ACB35933C0E5}" type="presParOf" srcId="{9A8DB464-AEFB-4D70-95A2-F727601528FF}" destId="{08EC700E-D28B-4282-8CA8-8D061283AFC4}" srcOrd="0" destOrd="0" presId="urn:microsoft.com/office/officeart/2005/8/layout/orgChart1"/>
    <dgm:cxn modelId="{6A39CBF0-1883-4E39-B939-9D9407F729CD}" type="presParOf" srcId="{08EC700E-D28B-4282-8CA8-8D061283AFC4}" destId="{0CDA4825-8282-45C8-BFB0-2246AFE53E74}" srcOrd="0" destOrd="0" presId="urn:microsoft.com/office/officeart/2005/8/layout/orgChart1"/>
    <dgm:cxn modelId="{8915A673-FAF8-4C29-956B-D4E17AB0D19C}" type="presParOf" srcId="{08EC700E-D28B-4282-8CA8-8D061283AFC4}" destId="{01241FD5-083E-436F-831C-B7D5684DDF17}" srcOrd="1" destOrd="0" presId="urn:microsoft.com/office/officeart/2005/8/layout/orgChart1"/>
    <dgm:cxn modelId="{3568E77C-FE35-4099-B4B1-77CADEE0BCF2}" type="presParOf" srcId="{9A8DB464-AEFB-4D70-95A2-F727601528FF}" destId="{594214D4-B535-4D30-B493-2431BC3652BD}" srcOrd="1" destOrd="0" presId="urn:microsoft.com/office/officeart/2005/8/layout/orgChart1"/>
    <dgm:cxn modelId="{F1A94FEC-12E1-43A3-818E-259C2E785394}" type="presParOf" srcId="{594214D4-B535-4D30-B493-2431BC3652BD}" destId="{A8FD8707-9C96-43CB-9657-6E47CC2B4684}" srcOrd="0" destOrd="0" presId="urn:microsoft.com/office/officeart/2005/8/layout/orgChart1"/>
    <dgm:cxn modelId="{2EACDD11-E16C-4AAB-B90C-AF42047E44F9}" type="presParOf" srcId="{594214D4-B535-4D30-B493-2431BC3652BD}" destId="{B12B0916-EE45-44BD-8630-FD443C0CBFB5}" srcOrd="1" destOrd="0" presId="urn:microsoft.com/office/officeart/2005/8/layout/orgChart1"/>
    <dgm:cxn modelId="{49B279F7-328F-489C-AE44-994BAEB13EF2}" type="presParOf" srcId="{B12B0916-EE45-44BD-8630-FD443C0CBFB5}" destId="{5448BE16-3E9D-41B6-BAE6-35831DFC0210}" srcOrd="0" destOrd="0" presId="urn:microsoft.com/office/officeart/2005/8/layout/orgChart1"/>
    <dgm:cxn modelId="{03547D2D-8C12-47F4-B40F-96E052B54841}" type="presParOf" srcId="{5448BE16-3E9D-41B6-BAE6-35831DFC0210}" destId="{126919AA-5B44-4AA1-AD9D-C16183F77E3A}" srcOrd="0" destOrd="0" presId="urn:microsoft.com/office/officeart/2005/8/layout/orgChart1"/>
    <dgm:cxn modelId="{AF002C75-2983-41CC-AFEF-D2156FF46F47}" type="presParOf" srcId="{5448BE16-3E9D-41B6-BAE6-35831DFC0210}" destId="{81770347-D9B2-4977-B433-809508C75DC4}" srcOrd="1" destOrd="0" presId="urn:microsoft.com/office/officeart/2005/8/layout/orgChart1"/>
    <dgm:cxn modelId="{D50D751F-53FA-4BBF-B30C-161158B5032D}" type="presParOf" srcId="{B12B0916-EE45-44BD-8630-FD443C0CBFB5}" destId="{8C880120-B653-49C8-A5F4-52E6D3372936}" srcOrd="1" destOrd="0" presId="urn:microsoft.com/office/officeart/2005/8/layout/orgChart1"/>
    <dgm:cxn modelId="{C6D33760-0D5F-46F0-B8AE-07C5822739A7}" type="presParOf" srcId="{8C880120-B653-49C8-A5F4-52E6D3372936}" destId="{91E9583A-4902-4F7A-AA58-73BAB115E48C}" srcOrd="0" destOrd="0" presId="urn:microsoft.com/office/officeart/2005/8/layout/orgChart1"/>
    <dgm:cxn modelId="{E0B6DF63-4CD1-4E96-B1A1-C78786633E4F}" type="presParOf" srcId="{8C880120-B653-49C8-A5F4-52E6D3372936}" destId="{838C6A95-E819-401D-8595-2AAA7848E237}" srcOrd="1" destOrd="0" presId="urn:microsoft.com/office/officeart/2005/8/layout/orgChart1"/>
    <dgm:cxn modelId="{9EA5BE3B-CAC3-48D1-AE8A-C0CCC836845C}" type="presParOf" srcId="{838C6A95-E819-401D-8595-2AAA7848E237}" destId="{27F100F0-844F-4EFB-934D-7F29C93F2AB6}" srcOrd="0" destOrd="0" presId="urn:microsoft.com/office/officeart/2005/8/layout/orgChart1"/>
    <dgm:cxn modelId="{61C3CB43-06CA-4D1F-A7BD-FAFAE0FA76A9}" type="presParOf" srcId="{27F100F0-844F-4EFB-934D-7F29C93F2AB6}" destId="{F5A74D09-2D8B-4E2B-BDC1-CFB5F0954EC7}" srcOrd="0" destOrd="0" presId="urn:microsoft.com/office/officeart/2005/8/layout/orgChart1"/>
    <dgm:cxn modelId="{F2020FDC-D416-4C43-A759-F57ADC410AFF}" type="presParOf" srcId="{27F100F0-844F-4EFB-934D-7F29C93F2AB6}" destId="{F65BC5B9-FEAA-4EFC-B493-62DF1C254178}" srcOrd="1" destOrd="0" presId="urn:microsoft.com/office/officeart/2005/8/layout/orgChart1"/>
    <dgm:cxn modelId="{FD285EFC-C20C-47D2-ACAD-6F6054C9DE37}" type="presParOf" srcId="{838C6A95-E819-401D-8595-2AAA7848E237}" destId="{90376663-5E5D-4F14-945B-C9D2C3D9A1A2}" srcOrd="1" destOrd="0" presId="urn:microsoft.com/office/officeart/2005/8/layout/orgChart1"/>
    <dgm:cxn modelId="{886C0898-DD55-4A3F-AF6A-950B43DC1B76}" type="presParOf" srcId="{838C6A95-E819-401D-8595-2AAA7848E237}" destId="{140E064A-95B5-4724-AC83-F1CBC06FECEC}" srcOrd="2" destOrd="0" presId="urn:microsoft.com/office/officeart/2005/8/layout/orgChart1"/>
    <dgm:cxn modelId="{5B296C7B-9BAA-4AF3-943A-73587C68A93F}" type="presParOf" srcId="{8C880120-B653-49C8-A5F4-52E6D3372936}" destId="{81D80E15-EC05-42BF-A03D-CA6E399AE610}" srcOrd="2" destOrd="0" presId="urn:microsoft.com/office/officeart/2005/8/layout/orgChart1"/>
    <dgm:cxn modelId="{3C6F90F2-21DE-454E-BA45-BC5782B49CAE}" type="presParOf" srcId="{8C880120-B653-49C8-A5F4-52E6D3372936}" destId="{DB8942A2-AFBC-4E56-8BA5-13B5C91301AF}" srcOrd="3" destOrd="0" presId="urn:microsoft.com/office/officeart/2005/8/layout/orgChart1"/>
    <dgm:cxn modelId="{66FD868E-134C-4974-AC3A-B3D83E0A520B}" type="presParOf" srcId="{DB8942A2-AFBC-4E56-8BA5-13B5C91301AF}" destId="{D2343BFA-DCB5-46AF-B10F-3A23F1E2CD50}" srcOrd="0" destOrd="0" presId="urn:microsoft.com/office/officeart/2005/8/layout/orgChart1"/>
    <dgm:cxn modelId="{50E56129-616B-4223-8877-1006E6AF2062}" type="presParOf" srcId="{D2343BFA-DCB5-46AF-B10F-3A23F1E2CD50}" destId="{511601A7-362C-49A9-9EDA-295C533D1B20}" srcOrd="0" destOrd="0" presId="urn:microsoft.com/office/officeart/2005/8/layout/orgChart1"/>
    <dgm:cxn modelId="{D37AC3FB-505A-4905-8270-41DE09D749FA}" type="presParOf" srcId="{D2343BFA-DCB5-46AF-B10F-3A23F1E2CD50}" destId="{8E1BFFEE-3B03-4D59-99E6-081AC28E4C7C}" srcOrd="1" destOrd="0" presId="urn:microsoft.com/office/officeart/2005/8/layout/orgChart1"/>
    <dgm:cxn modelId="{AC909FF5-8873-4805-8255-5FB418E22E7F}" type="presParOf" srcId="{DB8942A2-AFBC-4E56-8BA5-13B5C91301AF}" destId="{4FC83EC4-68D3-493A-8844-A8B8EC5A2DAE}" srcOrd="1" destOrd="0" presId="urn:microsoft.com/office/officeart/2005/8/layout/orgChart1"/>
    <dgm:cxn modelId="{61675D7B-4AA7-4EFD-ACD2-90EABC460637}" type="presParOf" srcId="{DB8942A2-AFBC-4E56-8BA5-13B5C91301AF}" destId="{C4D6A941-6CF8-4D97-BB75-DF8CB71BB511}" srcOrd="2" destOrd="0" presId="urn:microsoft.com/office/officeart/2005/8/layout/orgChart1"/>
    <dgm:cxn modelId="{127B9005-FF7D-4CA5-B8ED-C458689F86BE}" type="presParOf" srcId="{8C880120-B653-49C8-A5F4-52E6D3372936}" destId="{7343C667-645E-4558-83DB-B11032C2E818}" srcOrd="4" destOrd="0" presId="urn:microsoft.com/office/officeart/2005/8/layout/orgChart1"/>
    <dgm:cxn modelId="{7F1D574A-7D16-4CC8-BE1A-4A9D1D0505A4}" type="presParOf" srcId="{8C880120-B653-49C8-A5F4-52E6D3372936}" destId="{95414414-F27D-425F-9171-32729E19780F}" srcOrd="5" destOrd="0" presId="urn:microsoft.com/office/officeart/2005/8/layout/orgChart1"/>
    <dgm:cxn modelId="{0FC03E1A-468A-4C9B-8448-228A3D8DAA8C}" type="presParOf" srcId="{95414414-F27D-425F-9171-32729E19780F}" destId="{0D4E76A4-6ED9-4ADB-8CF3-1DAEB383F9DA}" srcOrd="0" destOrd="0" presId="urn:microsoft.com/office/officeart/2005/8/layout/orgChart1"/>
    <dgm:cxn modelId="{98DC1AF8-F8E0-42B3-A809-E0419A55D962}" type="presParOf" srcId="{0D4E76A4-6ED9-4ADB-8CF3-1DAEB383F9DA}" destId="{70ACA0CA-B87F-4924-B527-7160176F7F7E}" srcOrd="0" destOrd="0" presId="urn:microsoft.com/office/officeart/2005/8/layout/orgChart1"/>
    <dgm:cxn modelId="{218D6936-1E73-4F86-BDBE-DA05318FF1E7}" type="presParOf" srcId="{0D4E76A4-6ED9-4ADB-8CF3-1DAEB383F9DA}" destId="{B837A88F-5F83-4F5F-BE86-3B1C41B3821E}" srcOrd="1" destOrd="0" presId="urn:microsoft.com/office/officeart/2005/8/layout/orgChart1"/>
    <dgm:cxn modelId="{B33AA234-2098-4D40-AAC7-9645A803F516}" type="presParOf" srcId="{95414414-F27D-425F-9171-32729E19780F}" destId="{07228C53-6BDE-41F2-9DB1-48C021DA6255}" srcOrd="1" destOrd="0" presId="urn:microsoft.com/office/officeart/2005/8/layout/orgChart1"/>
    <dgm:cxn modelId="{1F33543E-C83C-4805-B70B-DAA0DBF8A0F1}" type="presParOf" srcId="{95414414-F27D-425F-9171-32729E19780F}" destId="{D444C8B1-2954-43CA-A948-C859FE342D0C}" srcOrd="2" destOrd="0" presId="urn:microsoft.com/office/officeart/2005/8/layout/orgChart1"/>
    <dgm:cxn modelId="{C4825337-6D1F-440A-AC7F-B89064845969}" type="presParOf" srcId="{8C880120-B653-49C8-A5F4-52E6D3372936}" destId="{2995FAE2-BB50-41BF-A246-60303D243562}" srcOrd="6" destOrd="0" presId="urn:microsoft.com/office/officeart/2005/8/layout/orgChart1"/>
    <dgm:cxn modelId="{C7E53AA4-58CD-49DD-B667-558351858CD7}" type="presParOf" srcId="{8C880120-B653-49C8-A5F4-52E6D3372936}" destId="{80D78A08-2F87-468B-B8DC-0D9FA9B7ED26}" srcOrd="7" destOrd="0" presId="urn:microsoft.com/office/officeart/2005/8/layout/orgChart1"/>
    <dgm:cxn modelId="{DD0D0CE3-225D-40BA-AD87-191FB9474A58}" type="presParOf" srcId="{80D78A08-2F87-468B-B8DC-0D9FA9B7ED26}" destId="{20614C96-CF9A-49D1-86C3-275F51C3773C}" srcOrd="0" destOrd="0" presId="urn:microsoft.com/office/officeart/2005/8/layout/orgChart1"/>
    <dgm:cxn modelId="{63CC24A5-F870-4A9E-A697-DFA8D8FC7EFE}" type="presParOf" srcId="{20614C96-CF9A-49D1-86C3-275F51C3773C}" destId="{64487651-BAE3-4522-A4E4-F2A2105D9FA0}" srcOrd="0" destOrd="0" presId="urn:microsoft.com/office/officeart/2005/8/layout/orgChart1"/>
    <dgm:cxn modelId="{94CDCDD8-D6DD-44AC-8CD3-D5515BDF529C}" type="presParOf" srcId="{20614C96-CF9A-49D1-86C3-275F51C3773C}" destId="{E50EE31F-32E8-44F0-98E5-E72B965FA434}" srcOrd="1" destOrd="0" presId="urn:microsoft.com/office/officeart/2005/8/layout/orgChart1"/>
    <dgm:cxn modelId="{C2C80512-6F72-4B94-9DDA-058493645C6E}" type="presParOf" srcId="{80D78A08-2F87-468B-B8DC-0D9FA9B7ED26}" destId="{81C2E098-2A51-4EED-8556-CE39D8CD223A}" srcOrd="1" destOrd="0" presId="urn:microsoft.com/office/officeart/2005/8/layout/orgChart1"/>
    <dgm:cxn modelId="{287E498F-F855-4647-A675-970B3C8F5E64}" type="presParOf" srcId="{80D78A08-2F87-468B-B8DC-0D9FA9B7ED26}" destId="{FE2B547E-BF1F-4B6F-99C7-37168C6C1560}" srcOrd="2" destOrd="0" presId="urn:microsoft.com/office/officeart/2005/8/layout/orgChart1"/>
    <dgm:cxn modelId="{F33EE498-8B1B-4A12-B7FD-157D7D61CEEA}" type="presParOf" srcId="{B12B0916-EE45-44BD-8630-FD443C0CBFB5}" destId="{7FC8C45E-DCC3-4E7F-AC70-73352B913F87}" srcOrd="2" destOrd="0" presId="urn:microsoft.com/office/officeart/2005/8/layout/orgChart1"/>
    <dgm:cxn modelId="{293C1BB6-951E-4CFD-A8C6-2FEC674D790D}" type="presParOf" srcId="{594214D4-B535-4D30-B493-2431BC3652BD}" destId="{8DBE9472-38C9-4B3A-9B13-FBC9769C1BB3}" srcOrd="2" destOrd="0" presId="urn:microsoft.com/office/officeart/2005/8/layout/orgChart1"/>
    <dgm:cxn modelId="{C01CA4C9-41DE-4B68-8C9D-40CE013BEC4C}" type="presParOf" srcId="{594214D4-B535-4D30-B493-2431BC3652BD}" destId="{D3F641BB-039E-4F6D-993F-3EF27AA56BB5}" srcOrd="3" destOrd="0" presId="urn:microsoft.com/office/officeart/2005/8/layout/orgChart1"/>
    <dgm:cxn modelId="{AA80F3EC-9012-47D9-9A64-8FDB1A6D72DD}" type="presParOf" srcId="{D3F641BB-039E-4F6D-993F-3EF27AA56BB5}" destId="{C0E1C7EE-D7C4-42AC-AFF2-30F4ADF58AF2}" srcOrd="0" destOrd="0" presId="urn:microsoft.com/office/officeart/2005/8/layout/orgChart1"/>
    <dgm:cxn modelId="{A6105CCF-E079-4345-906C-FDA7A2C020B9}" type="presParOf" srcId="{C0E1C7EE-D7C4-42AC-AFF2-30F4ADF58AF2}" destId="{B1DB7839-545D-432F-BCDA-A02FAB4968E2}" srcOrd="0" destOrd="0" presId="urn:microsoft.com/office/officeart/2005/8/layout/orgChart1"/>
    <dgm:cxn modelId="{99BC3150-01B4-44ED-92E5-3E46C8294429}" type="presParOf" srcId="{C0E1C7EE-D7C4-42AC-AFF2-30F4ADF58AF2}" destId="{BBAA09C4-C856-4810-BB06-370FFC2989A8}" srcOrd="1" destOrd="0" presId="urn:microsoft.com/office/officeart/2005/8/layout/orgChart1"/>
    <dgm:cxn modelId="{F10EDA1D-7AC0-4223-82F8-325496D12B56}" type="presParOf" srcId="{D3F641BB-039E-4F6D-993F-3EF27AA56BB5}" destId="{24687E00-F5C0-478D-AA46-6CA773FE4D55}" srcOrd="1" destOrd="0" presId="urn:microsoft.com/office/officeart/2005/8/layout/orgChart1"/>
    <dgm:cxn modelId="{2272AB0D-7107-4388-BE0B-134DC11EABC1}" type="presParOf" srcId="{24687E00-F5C0-478D-AA46-6CA773FE4D55}" destId="{1EE3A958-935C-47BA-A8D5-EA00D3D7BB97}" srcOrd="0" destOrd="0" presId="urn:microsoft.com/office/officeart/2005/8/layout/orgChart1"/>
    <dgm:cxn modelId="{44B8C5B8-7CB3-4872-A24B-ACA45B1DC843}" type="presParOf" srcId="{24687E00-F5C0-478D-AA46-6CA773FE4D55}" destId="{FE6D411D-EF9E-4850-A1BD-83C6C368E689}" srcOrd="1" destOrd="0" presId="urn:microsoft.com/office/officeart/2005/8/layout/orgChart1"/>
    <dgm:cxn modelId="{34F31B18-0CA4-49D8-A63B-3BD7BA80FD82}" type="presParOf" srcId="{FE6D411D-EF9E-4850-A1BD-83C6C368E689}" destId="{4DBDACD2-32F6-44E1-870A-ED60C807A1D7}" srcOrd="0" destOrd="0" presId="urn:microsoft.com/office/officeart/2005/8/layout/orgChart1"/>
    <dgm:cxn modelId="{ED6465F6-D2AB-411E-A27A-2CAC928F384F}" type="presParOf" srcId="{4DBDACD2-32F6-44E1-870A-ED60C807A1D7}" destId="{F95739FD-6D4A-488D-9235-BD9F2FFC40F4}" srcOrd="0" destOrd="0" presId="urn:microsoft.com/office/officeart/2005/8/layout/orgChart1"/>
    <dgm:cxn modelId="{82FC792E-43E6-474A-9D56-8E1929C045F1}" type="presParOf" srcId="{4DBDACD2-32F6-44E1-870A-ED60C807A1D7}" destId="{FC663E8F-CBC6-48B8-BFE9-4B3E00DF9C57}" srcOrd="1" destOrd="0" presId="urn:microsoft.com/office/officeart/2005/8/layout/orgChart1"/>
    <dgm:cxn modelId="{F3B87AAF-6C80-4B4D-9155-B1767522FFBA}" type="presParOf" srcId="{FE6D411D-EF9E-4850-A1BD-83C6C368E689}" destId="{8922C5DF-DFC4-4157-AE03-8835158493E4}" srcOrd="1" destOrd="0" presId="urn:microsoft.com/office/officeart/2005/8/layout/orgChart1"/>
    <dgm:cxn modelId="{6970249D-D1C8-4ADD-A12D-23B61A7DAB58}" type="presParOf" srcId="{FE6D411D-EF9E-4850-A1BD-83C6C368E689}" destId="{09C7BE36-E061-46D9-9110-4FB8B1001719}" srcOrd="2" destOrd="0" presId="urn:microsoft.com/office/officeart/2005/8/layout/orgChart1"/>
    <dgm:cxn modelId="{43272A38-A1F5-46D5-8B7E-072417D71A98}" type="presParOf" srcId="{24687E00-F5C0-478D-AA46-6CA773FE4D55}" destId="{985E7C76-6010-4E28-A90B-E77D3FAEA659}" srcOrd="2" destOrd="0" presId="urn:microsoft.com/office/officeart/2005/8/layout/orgChart1"/>
    <dgm:cxn modelId="{EF93B186-B359-4F90-8679-32317857A9FE}" type="presParOf" srcId="{24687E00-F5C0-478D-AA46-6CA773FE4D55}" destId="{659A3222-6F3E-4955-8277-59C6A1C3BE6A}" srcOrd="3" destOrd="0" presId="urn:microsoft.com/office/officeart/2005/8/layout/orgChart1"/>
    <dgm:cxn modelId="{84F29EFA-5BB9-4A1C-AEE9-9172E185CDB6}" type="presParOf" srcId="{659A3222-6F3E-4955-8277-59C6A1C3BE6A}" destId="{64036038-2F0D-4828-AB74-BD8CDF47D3A3}" srcOrd="0" destOrd="0" presId="urn:microsoft.com/office/officeart/2005/8/layout/orgChart1"/>
    <dgm:cxn modelId="{93FA6CC1-E48B-42EB-916F-32C6FE10A377}" type="presParOf" srcId="{64036038-2F0D-4828-AB74-BD8CDF47D3A3}" destId="{0DCFA2FB-E01A-47A7-B663-005F574F6DAC}" srcOrd="0" destOrd="0" presId="urn:microsoft.com/office/officeart/2005/8/layout/orgChart1"/>
    <dgm:cxn modelId="{0D61B7A8-4113-4BC7-BFB8-DAD5B4EAF2BB}" type="presParOf" srcId="{64036038-2F0D-4828-AB74-BD8CDF47D3A3}" destId="{FF4484B7-162E-4AE8-B288-478F02F8D0F7}" srcOrd="1" destOrd="0" presId="urn:microsoft.com/office/officeart/2005/8/layout/orgChart1"/>
    <dgm:cxn modelId="{17618356-A995-4174-ACD1-9B9C7805F83C}" type="presParOf" srcId="{659A3222-6F3E-4955-8277-59C6A1C3BE6A}" destId="{CF1B55FB-7769-4D6B-8F42-229AFB2DEDA1}" srcOrd="1" destOrd="0" presId="urn:microsoft.com/office/officeart/2005/8/layout/orgChart1"/>
    <dgm:cxn modelId="{0C5ADF4E-8294-47FE-A7A1-48758CCCFFFD}" type="presParOf" srcId="{659A3222-6F3E-4955-8277-59C6A1C3BE6A}" destId="{E3226CDC-143A-4151-8C4D-DD0D0B96AA8A}" srcOrd="2" destOrd="0" presId="urn:microsoft.com/office/officeart/2005/8/layout/orgChart1"/>
    <dgm:cxn modelId="{24E3DC5C-77FF-4301-B31C-00F037164786}" type="presParOf" srcId="{24687E00-F5C0-478D-AA46-6CA773FE4D55}" destId="{8F53CB83-BDD0-4045-80C1-834F297389E1}" srcOrd="4" destOrd="0" presId="urn:microsoft.com/office/officeart/2005/8/layout/orgChart1"/>
    <dgm:cxn modelId="{E4AD7793-CA0E-4C50-A9EC-F61AE9F504C0}" type="presParOf" srcId="{24687E00-F5C0-478D-AA46-6CA773FE4D55}" destId="{338DFC8A-0032-42F6-BF44-EA022521A8F6}" srcOrd="5" destOrd="0" presId="urn:microsoft.com/office/officeart/2005/8/layout/orgChart1"/>
    <dgm:cxn modelId="{F9A6D9C6-8CA6-4801-992A-1364BDA5C461}" type="presParOf" srcId="{338DFC8A-0032-42F6-BF44-EA022521A8F6}" destId="{C11152D8-54FE-48CF-84AC-DBEA6F8DCB31}" srcOrd="0" destOrd="0" presId="urn:microsoft.com/office/officeart/2005/8/layout/orgChart1"/>
    <dgm:cxn modelId="{B7C470AC-C016-4129-B214-190E9D95C596}" type="presParOf" srcId="{C11152D8-54FE-48CF-84AC-DBEA6F8DCB31}" destId="{B8959AC9-37A5-48C2-A5C0-E1263A9B91D9}" srcOrd="0" destOrd="0" presId="urn:microsoft.com/office/officeart/2005/8/layout/orgChart1"/>
    <dgm:cxn modelId="{4D06D091-1419-43EF-A587-5C3626CAC0EE}" type="presParOf" srcId="{C11152D8-54FE-48CF-84AC-DBEA6F8DCB31}" destId="{8BE1E2CE-656D-44B0-A26B-3229E295235F}" srcOrd="1" destOrd="0" presId="urn:microsoft.com/office/officeart/2005/8/layout/orgChart1"/>
    <dgm:cxn modelId="{37FCD71F-4E82-4F71-A92B-2CAE6890423E}" type="presParOf" srcId="{338DFC8A-0032-42F6-BF44-EA022521A8F6}" destId="{2C548160-FACC-4BBA-A7F9-E628CBBC85FA}" srcOrd="1" destOrd="0" presId="urn:microsoft.com/office/officeart/2005/8/layout/orgChart1"/>
    <dgm:cxn modelId="{9815D51C-E251-4710-9126-020777E53B89}" type="presParOf" srcId="{338DFC8A-0032-42F6-BF44-EA022521A8F6}" destId="{106B196A-D149-40E2-A44A-ECC94C635E90}" srcOrd="2" destOrd="0" presId="urn:microsoft.com/office/officeart/2005/8/layout/orgChart1"/>
    <dgm:cxn modelId="{7F2ABB5E-F876-4B82-A31C-14E7C0EB8F70}" type="presParOf" srcId="{24687E00-F5C0-478D-AA46-6CA773FE4D55}" destId="{FF0AE0C2-5A16-4D94-AC4F-64C8FA10A8E9}" srcOrd="6" destOrd="0" presId="urn:microsoft.com/office/officeart/2005/8/layout/orgChart1"/>
    <dgm:cxn modelId="{43A9BE44-FC35-4D14-ADA9-21F169535872}" type="presParOf" srcId="{24687E00-F5C0-478D-AA46-6CA773FE4D55}" destId="{EBBEFE72-1A0B-416B-A3FC-5A622C0DCDC4}" srcOrd="7" destOrd="0" presId="urn:microsoft.com/office/officeart/2005/8/layout/orgChart1"/>
    <dgm:cxn modelId="{A5315ED0-E34C-47AC-977C-D08F5976503E}" type="presParOf" srcId="{EBBEFE72-1A0B-416B-A3FC-5A622C0DCDC4}" destId="{28BF10D4-5687-496A-B483-7C5D426FF02D}" srcOrd="0" destOrd="0" presId="urn:microsoft.com/office/officeart/2005/8/layout/orgChart1"/>
    <dgm:cxn modelId="{79198F7A-2231-40D8-9EA2-71EFDCB03C47}" type="presParOf" srcId="{28BF10D4-5687-496A-B483-7C5D426FF02D}" destId="{8B563AA4-28D4-4759-B0D1-66306B4F6F6C}" srcOrd="0" destOrd="0" presId="urn:microsoft.com/office/officeart/2005/8/layout/orgChart1"/>
    <dgm:cxn modelId="{CCA360EC-5E19-4453-AF59-484F703BA193}" type="presParOf" srcId="{28BF10D4-5687-496A-B483-7C5D426FF02D}" destId="{2DE13153-05C5-4616-8174-47C23450989C}" srcOrd="1" destOrd="0" presId="urn:microsoft.com/office/officeart/2005/8/layout/orgChart1"/>
    <dgm:cxn modelId="{F56ACC8E-C45E-4CF0-8A30-A15F9327565D}" type="presParOf" srcId="{EBBEFE72-1A0B-416B-A3FC-5A622C0DCDC4}" destId="{D6714E98-71EA-4DE2-B9CF-EEBD11D9B54C}" srcOrd="1" destOrd="0" presId="urn:microsoft.com/office/officeart/2005/8/layout/orgChart1"/>
    <dgm:cxn modelId="{F9D82B74-368B-4D1E-8D10-B0758D5AE128}" type="presParOf" srcId="{EBBEFE72-1A0B-416B-A3FC-5A622C0DCDC4}" destId="{33570AD7-FA5A-4359-B298-C3E938478A8E}" srcOrd="2" destOrd="0" presId="urn:microsoft.com/office/officeart/2005/8/layout/orgChart1"/>
    <dgm:cxn modelId="{B13B8392-C8B5-4B4C-86D3-133869202319}" type="presParOf" srcId="{24687E00-F5C0-478D-AA46-6CA773FE4D55}" destId="{CFFB7436-4BD5-4DE3-8F13-92718F6A80BA}" srcOrd="8" destOrd="0" presId="urn:microsoft.com/office/officeart/2005/8/layout/orgChart1"/>
    <dgm:cxn modelId="{2C870F71-B179-4318-A92E-CB3FB120345C}" type="presParOf" srcId="{24687E00-F5C0-478D-AA46-6CA773FE4D55}" destId="{592279AC-8257-4C56-B6AD-7A7B146E3525}" srcOrd="9" destOrd="0" presId="urn:microsoft.com/office/officeart/2005/8/layout/orgChart1"/>
    <dgm:cxn modelId="{6A99F86E-3D17-4902-8289-403EC67C8137}" type="presParOf" srcId="{592279AC-8257-4C56-B6AD-7A7B146E3525}" destId="{0E639CCD-8262-4730-930C-29468B55A82E}" srcOrd="0" destOrd="0" presId="urn:microsoft.com/office/officeart/2005/8/layout/orgChart1"/>
    <dgm:cxn modelId="{EFD8C2DC-41B9-479E-A66A-BEF7F52B07F0}" type="presParOf" srcId="{0E639CCD-8262-4730-930C-29468B55A82E}" destId="{C129B130-CB72-48A1-8C04-9B813D6E1D59}" srcOrd="0" destOrd="0" presId="urn:microsoft.com/office/officeart/2005/8/layout/orgChart1"/>
    <dgm:cxn modelId="{467397CF-B994-4505-851D-626EEAC9F93C}" type="presParOf" srcId="{0E639CCD-8262-4730-930C-29468B55A82E}" destId="{F527CAD0-A61B-440C-82EE-641AC6FADBD5}" srcOrd="1" destOrd="0" presId="urn:microsoft.com/office/officeart/2005/8/layout/orgChart1"/>
    <dgm:cxn modelId="{8029482F-9B96-4AE5-BBF5-9C2638B79F42}" type="presParOf" srcId="{592279AC-8257-4C56-B6AD-7A7B146E3525}" destId="{7002B1F7-F279-40DD-B2E1-71801AACC9C6}" srcOrd="1" destOrd="0" presId="urn:microsoft.com/office/officeart/2005/8/layout/orgChart1"/>
    <dgm:cxn modelId="{06B6E130-578D-4D26-909B-353833ABB1C3}" type="presParOf" srcId="{592279AC-8257-4C56-B6AD-7A7B146E3525}" destId="{434A5E59-6205-4F5D-B8FF-A52681481078}" srcOrd="2" destOrd="0" presId="urn:microsoft.com/office/officeart/2005/8/layout/orgChart1"/>
    <dgm:cxn modelId="{B75514A0-9F99-4981-A513-F5806D808EE6}" type="presParOf" srcId="{D3F641BB-039E-4F6D-993F-3EF27AA56BB5}" destId="{95F2E650-1F4C-4097-B022-4BFB06CA71FC}" srcOrd="2" destOrd="0" presId="urn:microsoft.com/office/officeart/2005/8/layout/orgChart1"/>
    <dgm:cxn modelId="{FD0ED18F-51AF-4E12-BA69-176085893E10}" type="presParOf" srcId="{594214D4-B535-4D30-B493-2431BC3652BD}" destId="{5DCBBE76-77BA-47CC-AC56-A091AA3E83D2}" srcOrd="4" destOrd="0" presId="urn:microsoft.com/office/officeart/2005/8/layout/orgChart1"/>
    <dgm:cxn modelId="{AA16C61C-F803-459E-814F-75715A63DD74}" type="presParOf" srcId="{594214D4-B535-4D30-B493-2431BC3652BD}" destId="{F6DAA531-32C9-425B-AD38-17B09790C933}" srcOrd="5" destOrd="0" presId="urn:microsoft.com/office/officeart/2005/8/layout/orgChart1"/>
    <dgm:cxn modelId="{0ACF4234-4A69-4EDE-9A3D-010710D101EB}" type="presParOf" srcId="{F6DAA531-32C9-425B-AD38-17B09790C933}" destId="{B7845A2D-3F7B-4A22-B2C0-A22B207CF3A2}" srcOrd="0" destOrd="0" presId="urn:microsoft.com/office/officeart/2005/8/layout/orgChart1"/>
    <dgm:cxn modelId="{40AC6438-5FDD-459B-B799-41C8F536D155}" type="presParOf" srcId="{B7845A2D-3F7B-4A22-B2C0-A22B207CF3A2}" destId="{D4EBC231-D986-4035-9124-09D8F735CBBA}" srcOrd="0" destOrd="0" presId="urn:microsoft.com/office/officeart/2005/8/layout/orgChart1"/>
    <dgm:cxn modelId="{7386A2D5-7146-4A71-B17A-F511A3064AE6}" type="presParOf" srcId="{B7845A2D-3F7B-4A22-B2C0-A22B207CF3A2}" destId="{D3A5A9CD-6A9F-4CF3-9B77-01FD3548D238}" srcOrd="1" destOrd="0" presId="urn:microsoft.com/office/officeart/2005/8/layout/orgChart1"/>
    <dgm:cxn modelId="{5A0B7ACA-AD1B-48B3-9C89-1A1CFE651FA7}" type="presParOf" srcId="{F6DAA531-32C9-425B-AD38-17B09790C933}" destId="{3748BE8F-BC56-41B8-AB8C-E7F96F78C296}" srcOrd="1" destOrd="0" presId="urn:microsoft.com/office/officeart/2005/8/layout/orgChart1"/>
    <dgm:cxn modelId="{483A8539-D13C-4AB0-97B3-B6FDAD081A82}" type="presParOf" srcId="{3748BE8F-BC56-41B8-AB8C-E7F96F78C296}" destId="{A6880EB0-D6AB-4D34-8F97-52D38980EC34}" srcOrd="0" destOrd="0" presId="urn:microsoft.com/office/officeart/2005/8/layout/orgChart1"/>
    <dgm:cxn modelId="{9B250D46-E844-47A3-B845-4385C131A4F1}" type="presParOf" srcId="{3748BE8F-BC56-41B8-AB8C-E7F96F78C296}" destId="{C37C2907-C730-4A32-82C0-587565C618C8}" srcOrd="1" destOrd="0" presId="urn:microsoft.com/office/officeart/2005/8/layout/orgChart1"/>
    <dgm:cxn modelId="{52271AF2-59CC-4B1A-A3D3-19D8FF5B3903}" type="presParOf" srcId="{C37C2907-C730-4A32-82C0-587565C618C8}" destId="{10C491BF-52EA-43C8-AC84-7E9724C6682C}" srcOrd="0" destOrd="0" presId="urn:microsoft.com/office/officeart/2005/8/layout/orgChart1"/>
    <dgm:cxn modelId="{968A1D59-BC2F-4DD7-A7AF-A8AD2B755DBE}" type="presParOf" srcId="{10C491BF-52EA-43C8-AC84-7E9724C6682C}" destId="{6DABD23B-8095-420A-AA5E-A5B19743AE21}" srcOrd="0" destOrd="0" presId="urn:microsoft.com/office/officeart/2005/8/layout/orgChart1"/>
    <dgm:cxn modelId="{BB387F45-2C43-42C1-BB44-149D57E5DBB8}" type="presParOf" srcId="{10C491BF-52EA-43C8-AC84-7E9724C6682C}" destId="{236B03FE-7DE4-454B-B824-75BE069CD6F3}" srcOrd="1" destOrd="0" presId="urn:microsoft.com/office/officeart/2005/8/layout/orgChart1"/>
    <dgm:cxn modelId="{70CE1004-21C7-4016-8B6B-3E67449AC14E}" type="presParOf" srcId="{C37C2907-C730-4A32-82C0-587565C618C8}" destId="{4AE995EB-A725-4AD8-94BE-54DE80E46C06}" srcOrd="1" destOrd="0" presId="urn:microsoft.com/office/officeart/2005/8/layout/orgChart1"/>
    <dgm:cxn modelId="{5E90AA81-7773-4D0F-840E-71EC08C043CC}" type="presParOf" srcId="{C37C2907-C730-4A32-82C0-587565C618C8}" destId="{74B0F86F-318D-4970-9342-2566DCDB5461}" srcOrd="2" destOrd="0" presId="urn:microsoft.com/office/officeart/2005/8/layout/orgChart1"/>
    <dgm:cxn modelId="{08678F69-8A8B-4CEF-A76D-EE2F15096084}" type="presParOf" srcId="{3748BE8F-BC56-41B8-AB8C-E7F96F78C296}" destId="{014F7C28-6C63-4912-82EA-91CB6AE17AF5}" srcOrd="2" destOrd="0" presId="urn:microsoft.com/office/officeart/2005/8/layout/orgChart1"/>
    <dgm:cxn modelId="{190DEEC6-C079-46C6-ADAF-E1C72EC7992A}" type="presParOf" srcId="{3748BE8F-BC56-41B8-AB8C-E7F96F78C296}" destId="{C31DC992-BEFD-4DC9-AAB1-AC0813CF2CE5}" srcOrd="3" destOrd="0" presId="urn:microsoft.com/office/officeart/2005/8/layout/orgChart1"/>
    <dgm:cxn modelId="{76F28794-7041-45D5-BE45-D498923AE151}" type="presParOf" srcId="{C31DC992-BEFD-4DC9-AAB1-AC0813CF2CE5}" destId="{BAA988CF-3E7C-4A9F-AED5-4ED0A85267A1}" srcOrd="0" destOrd="0" presId="urn:microsoft.com/office/officeart/2005/8/layout/orgChart1"/>
    <dgm:cxn modelId="{CE695623-D78A-44DA-9F3C-ADFDFC76456F}" type="presParOf" srcId="{BAA988CF-3E7C-4A9F-AED5-4ED0A85267A1}" destId="{936E507B-C5BD-4BF3-B511-384CEB0FC46D}" srcOrd="0" destOrd="0" presId="urn:microsoft.com/office/officeart/2005/8/layout/orgChart1"/>
    <dgm:cxn modelId="{080929BF-72B7-46F8-BC44-7B87ED619D5E}" type="presParOf" srcId="{BAA988CF-3E7C-4A9F-AED5-4ED0A85267A1}" destId="{65AA91F4-7F1B-4F2E-8FD5-0D9439B31E6D}" srcOrd="1" destOrd="0" presId="urn:microsoft.com/office/officeart/2005/8/layout/orgChart1"/>
    <dgm:cxn modelId="{E6C57172-819C-48EE-9BCF-385D02EE944B}" type="presParOf" srcId="{C31DC992-BEFD-4DC9-AAB1-AC0813CF2CE5}" destId="{EFD1F3A7-5CAF-40A3-A147-C62DB7D2C96B}" srcOrd="1" destOrd="0" presId="urn:microsoft.com/office/officeart/2005/8/layout/orgChart1"/>
    <dgm:cxn modelId="{98B76685-0C67-4EB4-80E4-DDE97E4E951C}" type="presParOf" srcId="{C31DC992-BEFD-4DC9-AAB1-AC0813CF2CE5}" destId="{BFB7D69B-6F6E-4D63-99C9-628F4159AB48}" srcOrd="2" destOrd="0" presId="urn:microsoft.com/office/officeart/2005/8/layout/orgChart1"/>
    <dgm:cxn modelId="{AB6A6F1A-AC48-42EE-8EA4-B9C12905FD0B}" type="presParOf" srcId="{3748BE8F-BC56-41B8-AB8C-E7F96F78C296}" destId="{59967EEB-53C3-477B-953F-F3007DA54EBF}" srcOrd="4" destOrd="0" presId="urn:microsoft.com/office/officeart/2005/8/layout/orgChart1"/>
    <dgm:cxn modelId="{2A82E8D9-BBA0-4818-904C-E17B2F19AB41}" type="presParOf" srcId="{3748BE8F-BC56-41B8-AB8C-E7F96F78C296}" destId="{64BFBEAB-E278-4572-946F-9E88C5B8387C}" srcOrd="5" destOrd="0" presId="urn:microsoft.com/office/officeart/2005/8/layout/orgChart1"/>
    <dgm:cxn modelId="{7F9CD0B1-F322-4A81-8EFF-BB45134A45F0}" type="presParOf" srcId="{64BFBEAB-E278-4572-946F-9E88C5B8387C}" destId="{E8AF2610-3CC6-4E12-8FD9-2C0771D7DD0B}" srcOrd="0" destOrd="0" presId="urn:microsoft.com/office/officeart/2005/8/layout/orgChart1"/>
    <dgm:cxn modelId="{38F3520D-D7E2-4208-A0E7-3297FE980F41}" type="presParOf" srcId="{E8AF2610-3CC6-4E12-8FD9-2C0771D7DD0B}" destId="{EF3F9CB6-D00F-4BDC-ADE7-F7F6BA260C3F}" srcOrd="0" destOrd="0" presId="urn:microsoft.com/office/officeart/2005/8/layout/orgChart1"/>
    <dgm:cxn modelId="{920A66F0-A6AA-4858-B8D9-ACF3D5840715}" type="presParOf" srcId="{E8AF2610-3CC6-4E12-8FD9-2C0771D7DD0B}" destId="{D488B80D-07E1-455C-AF21-718910E21C9C}" srcOrd="1" destOrd="0" presId="urn:microsoft.com/office/officeart/2005/8/layout/orgChart1"/>
    <dgm:cxn modelId="{F38836DB-B429-424C-9F59-8A7BBE965945}" type="presParOf" srcId="{64BFBEAB-E278-4572-946F-9E88C5B8387C}" destId="{9A963598-91CB-4B8E-9B70-0025FFBC617D}" srcOrd="1" destOrd="0" presId="urn:microsoft.com/office/officeart/2005/8/layout/orgChart1"/>
    <dgm:cxn modelId="{A4C7B6B0-A41B-43FA-8B67-49F80C2A2451}" type="presParOf" srcId="{64BFBEAB-E278-4572-946F-9E88C5B8387C}" destId="{1060ABEF-AFDF-4CB2-8947-46A47798A741}" srcOrd="2" destOrd="0" presId="urn:microsoft.com/office/officeart/2005/8/layout/orgChart1"/>
    <dgm:cxn modelId="{04FB865A-83BC-4724-96F2-DF49AA61CB01}" type="presParOf" srcId="{3748BE8F-BC56-41B8-AB8C-E7F96F78C296}" destId="{EB949834-01B3-48CE-94DC-B555F9FD0712}" srcOrd="6" destOrd="0" presId="urn:microsoft.com/office/officeart/2005/8/layout/orgChart1"/>
    <dgm:cxn modelId="{4E08A7E1-4943-41CC-A3A7-FDCD13321A19}" type="presParOf" srcId="{3748BE8F-BC56-41B8-AB8C-E7F96F78C296}" destId="{E3E7FCE8-414D-433A-B0D6-7C1E0B31E476}" srcOrd="7" destOrd="0" presId="urn:microsoft.com/office/officeart/2005/8/layout/orgChart1"/>
    <dgm:cxn modelId="{0ECC8334-6E94-4017-A0D9-346E1A1D702B}" type="presParOf" srcId="{E3E7FCE8-414D-433A-B0D6-7C1E0B31E476}" destId="{57EC71C7-2A03-4297-8C75-BB20BEDFE115}" srcOrd="0" destOrd="0" presId="urn:microsoft.com/office/officeart/2005/8/layout/orgChart1"/>
    <dgm:cxn modelId="{2D05BFC3-47C6-48CA-A7BA-C9EB22E05750}" type="presParOf" srcId="{57EC71C7-2A03-4297-8C75-BB20BEDFE115}" destId="{0F493370-B62B-4E3D-AA11-99D1555AF17F}" srcOrd="0" destOrd="0" presId="urn:microsoft.com/office/officeart/2005/8/layout/orgChart1"/>
    <dgm:cxn modelId="{36BA536F-187D-4217-BBE7-750174480A1C}" type="presParOf" srcId="{57EC71C7-2A03-4297-8C75-BB20BEDFE115}" destId="{E8CAFC5B-BB97-426E-B0B8-85BDB71EDEAC}" srcOrd="1" destOrd="0" presId="urn:microsoft.com/office/officeart/2005/8/layout/orgChart1"/>
    <dgm:cxn modelId="{F22A115D-D5CD-4CD9-A0F4-0D71F2B2397C}" type="presParOf" srcId="{E3E7FCE8-414D-433A-B0D6-7C1E0B31E476}" destId="{37E5D334-0887-4AF3-BA1A-534CEF769822}" srcOrd="1" destOrd="0" presId="urn:microsoft.com/office/officeart/2005/8/layout/orgChart1"/>
    <dgm:cxn modelId="{AE5218D0-50C7-40FD-89F2-43841C29C978}" type="presParOf" srcId="{E3E7FCE8-414D-433A-B0D6-7C1E0B31E476}" destId="{5ABBCDC6-6C78-49FA-8116-358F72B20962}" srcOrd="2" destOrd="0" presId="urn:microsoft.com/office/officeart/2005/8/layout/orgChart1"/>
    <dgm:cxn modelId="{7367E747-FE44-459E-98BC-BD9E9CB4B462}" type="presParOf" srcId="{3748BE8F-BC56-41B8-AB8C-E7F96F78C296}" destId="{1BFCBCFD-F37A-4A36-815F-83EB755C34C0}" srcOrd="8" destOrd="0" presId="urn:microsoft.com/office/officeart/2005/8/layout/orgChart1"/>
    <dgm:cxn modelId="{753E1061-ECBB-464C-A22E-D446FB29B2E5}" type="presParOf" srcId="{3748BE8F-BC56-41B8-AB8C-E7F96F78C296}" destId="{6F87F12C-C17D-425A-BC3F-BAE81AE1A542}" srcOrd="9" destOrd="0" presId="urn:microsoft.com/office/officeart/2005/8/layout/orgChart1"/>
    <dgm:cxn modelId="{21783077-C643-41D7-9100-FFFD6684D9FA}" type="presParOf" srcId="{6F87F12C-C17D-425A-BC3F-BAE81AE1A542}" destId="{A7320BD9-0F4E-4BF8-A818-1A34F43ED8BD}" srcOrd="0" destOrd="0" presId="urn:microsoft.com/office/officeart/2005/8/layout/orgChart1"/>
    <dgm:cxn modelId="{A348535F-14A4-41E0-AD35-243FB5214E48}" type="presParOf" srcId="{A7320BD9-0F4E-4BF8-A818-1A34F43ED8BD}" destId="{C3858801-D010-4F3C-8105-974F416BA0F4}" srcOrd="0" destOrd="0" presId="urn:microsoft.com/office/officeart/2005/8/layout/orgChart1"/>
    <dgm:cxn modelId="{642A8C0A-4780-4DF3-8B95-196E7A1619E6}" type="presParOf" srcId="{A7320BD9-0F4E-4BF8-A818-1A34F43ED8BD}" destId="{34E4E89A-54A6-4554-A451-F652B72C3061}" srcOrd="1" destOrd="0" presId="urn:microsoft.com/office/officeart/2005/8/layout/orgChart1"/>
    <dgm:cxn modelId="{A668533D-6A16-476A-8207-73CFF91138CC}" type="presParOf" srcId="{6F87F12C-C17D-425A-BC3F-BAE81AE1A542}" destId="{E402BD82-8837-43D1-9670-FAD96990F76E}" srcOrd="1" destOrd="0" presId="urn:microsoft.com/office/officeart/2005/8/layout/orgChart1"/>
    <dgm:cxn modelId="{0D8E7846-3933-45FB-8563-22462A53D486}" type="presParOf" srcId="{6F87F12C-C17D-425A-BC3F-BAE81AE1A542}" destId="{7F197176-2FD2-46E2-A3E2-E93126A21423}" srcOrd="2" destOrd="0" presId="urn:microsoft.com/office/officeart/2005/8/layout/orgChart1"/>
    <dgm:cxn modelId="{ECD039F9-3E19-4EE5-A1FE-A5AFC48972E8}" type="presParOf" srcId="{3748BE8F-BC56-41B8-AB8C-E7F96F78C296}" destId="{9C1DD73E-A42D-4A35-83BA-1F5C90EABABE}" srcOrd="10" destOrd="0" presId="urn:microsoft.com/office/officeart/2005/8/layout/orgChart1"/>
    <dgm:cxn modelId="{2A26F1F8-63E9-4E76-8D8C-2DACC240DCA1}" type="presParOf" srcId="{3748BE8F-BC56-41B8-AB8C-E7F96F78C296}" destId="{BD03CE20-4C48-4738-A929-F6E23EDB5731}" srcOrd="11" destOrd="0" presId="urn:microsoft.com/office/officeart/2005/8/layout/orgChart1"/>
    <dgm:cxn modelId="{BBDD85AA-5C3F-4B47-A9EF-257EBA5464FE}" type="presParOf" srcId="{BD03CE20-4C48-4738-A929-F6E23EDB5731}" destId="{484EEBA0-BA7E-454B-8E3A-00A274B26472}" srcOrd="0" destOrd="0" presId="urn:microsoft.com/office/officeart/2005/8/layout/orgChart1"/>
    <dgm:cxn modelId="{3DB5C134-1BA4-400A-AAC6-172824C7507C}" type="presParOf" srcId="{484EEBA0-BA7E-454B-8E3A-00A274B26472}" destId="{F1F46574-ACBA-44C6-8442-42C64598B51A}" srcOrd="0" destOrd="0" presId="urn:microsoft.com/office/officeart/2005/8/layout/orgChart1"/>
    <dgm:cxn modelId="{F84B13C4-7AA2-4D2C-8E3A-15DA5497584A}" type="presParOf" srcId="{484EEBA0-BA7E-454B-8E3A-00A274B26472}" destId="{B4308CD1-2D1A-4F83-8869-1D096AEA0B22}" srcOrd="1" destOrd="0" presId="urn:microsoft.com/office/officeart/2005/8/layout/orgChart1"/>
    <dgm:cxn modelId="{0BC2CC23-C62D-45F0-92F5-A76D1A6C364B}" type="presParOf" srcId="{BD03CE20-4C48-4738-A929-F6E23EDB5731}" destId="{129F2E4E-7867-4E80-BEF4-5B98CE278087}" srcOrd="1" destOrd="0" presId="urn:microsoft.com/office/officeart/2005/8/layout/orgChart1"/>
    <dgm:cxn modelId="{F823A1EE-F485-4CD8-A9DA-C8B72F2E8375}" type="presParOf" srcId="{BD03CE20-4C48-4738-A929-F6E23EDB5731}" destId="{38D916E8-12A0-41A0-8DAA-9F00A8DEDEF4}" srcOrd="2" destOrd="0" presId="urn:microsoft.com/office/officeart/2005/8/layout/orgChart1"/>
    <dgm:cxn modelId="{77B81282-5226-42A2-9268-7B96A0200647}" type="presParOf" srcId="{F6DAA531-32C9-425B-AD38-17B09790C933}" destId="{D91929E5-F0EE-41BC-86E2-C8D8F73A93B9}" srcOrd="2" destOrd="0" presId="urn:microsoft.com/office/officeart/2005/8/layout/orgChart1"/>
    <dgm:cxn modelId="{D64052F8-6205-4FC1-927D-9BE216E21327}" type="presParOf" srcId="{594214D4-B535-4D30-B493-2431BC3652BD}" destId="{E2222090-0739-4BEE-A72E-7E1EAA17C8DF}" srcOrd="6" destOrd="0" presId="urn:microsoft.com/office/officeart/2005/8/layout/orgChart1"/>
    <dgm:cxn modelId="{A077E0E3-2457-44FE-B794-73282D6F314C}" type="presParOf" srcId="{594214D4-B535-4D30-B493-2431BC3652BD}" destId="{D21B68FC-32FC-4F08-B41C-52636C1800EB}" srcOrd="7" destOrd="0" presId="urn:microsoft.com/office/officeart/2005/8/layout/orgChart1"/>
    <dgm:cxn modelId="{27FF73DD-085C-4B29-8782-82D17BE8C3C0}" type="presParOf" srcId="{D21B68FC-32FC-4F08-B41C-52636C1800EB}" destId="{4B975CDD-8D20-4145-BD37-F6900D73B9D7}" srcOrd="0" destOrd="0" presId="urn:microsoft.com/office/officeart/2005/8/layout/orgChart1"/>
    <dgm:cxn modelId="{B0A3E3AE-7736-4AF7-8E34-EFDE3A31DB4D}" type="presParOf" srcId="{4B975CDD-8D20-4145-BD37-F6900D73B9D7}" destId="{D9CA4F18-72A0-40B7-9F29-42CB1B32C08B}" srcOrd="0" destOrd="0" presId="urn:microsoft.com/office/officeart/2005/8/layout/orgChart1"/>
    <dgm:cxn modelId="{89978998-FBF8-433A-9401-CB7079998CD4}" type="presParOf" srcId="{4B975CDD-8D20-4145-BD37-F6900D73B9D7}" destId="{A7C1FB99-3E20-4C9B-81C2-9E695D5E549A}" srcOrd="1" destOrd="0" presId="urn:microsoft.com/office/officeart/2005/8/layout/orgChart1"/>
    <dgm:cxn modelId="{54200C6C-C66C-41B3-8792-3623D9F5E947}" type="presParOf" srcId="{D21B68FC-32FC-4F08-B41C-52636C1800EB}" destId="{603A5F41-ECE7-435C-A4ED-A9258ED7DEA9}" srcOrd="1" destOrd="0" presId="urn:microsoft.com/office/officeart/2005/8/layout/orgChart1"/>
    <dgm:cxn modelId="{E0909F27-3040-41EC-B494-88911B1FDE3F}" type="presParOf" srcId="{603A5F41-ECE7-435C-A4ED-A9258ED7DEA9}" destId="{4A097566-98C8-4EB4-9FD5-5DC1FCBDDF9C}" srcOrd="0" destOrd="0" presId="urn:microsoft.com/office/officeart/2005/8/layout/orgChart1"/>
    <dgm:cxn modelId="{ED25F805-7611-45F8-9471-6A2AF51EC7D4}" type="presParOf" srcId="{603A5F41-ECE7-435C-A4ED-A9258ED7DEA9}" destId="{83EBCD28-294E-4DEA-B8B5-DD09A7D47EA5}" srcOrd="1" destOrd="0" presId="urn:microsoft.com/office/officeart/2005/8/layout/orgChart1"/>
    <dgm:cxn modelId="{B329F32E-CB6B-4BD7-A89F-C59447D4CF60}" type="presParOf" srcId="{83EBCD28-294E-4DEA-B8B5-DD09A7D47EA5}" destId="{0943F9BC-6EC9-46CE-B3EC-29EB85DCDA49}" srcOrd="0" destOrd="0" presId="urn:microsoft.com/office/officeart/2005/8/layout/orgChart1"/>
    <dgm:cxn modelId="{E13A7DD3-4CE6-4329-96EC-7979CD8FF684}" type="presParOf" srcId="{0943F9BC-6EC9-46CE-B3EC-29EB85DCDA49}" destId="{06FC6233-25AD-4F19-85A1-30C714EF04A1}" srcOrd="0" destOrd="0" presId="urn:microsoft.com/office/officeart/2005/8/layout/orgChart1"/>
    <dgm:cxn modelId="{9217A42C-1C02-477F-BDBE-AE9B6F9E350C}" type="presParOf" srcId="{0943F9BC-6EC9-46CE-B3EC-29EB85DCDA49}" destId="{5D0EC50E-1678-42C1-A2EA-F399141BC513}" srcOrd="1" destOrd="0" presId="urn:microsoft.com/office/officeart/2005/8/layout/orgChart1"/>
    <dgm:cxn modelId="{5CF1E02A-0CEF-4685-B536-7FA91ADEE959}" type="presParOf" srcId="{83EBCD28-294E-4DEA-B8B5-DD09A7D47EA5}" destId="{514CA582-39D1-402A-B306-49E33768DF7F}" srcOrd="1" destOrd="0" presId="urn:microsoft.com/office/officeart/2005/8/layout/orgChart1"/>
    <dgm:cxn modelId="{137CA64B-E101-4847-A2BD-CA04237BFD2E}" type="presParOf" srcId="{83EBCD28-294E-4DEA-B8B5-DD09A7D47EA5}" destId="{299095C8-5DBA-47DF-952B-1BE75F2AA122}" srcOrd="2" destOrd="0" presId="urn:microsoft.com/office/officeart/2005/8/layout/orgChart1"/>
    <dgm:cxn modelId="{2519225E-D42C-4FA1-9670-EB3391FA99A5}" type="presParOf" srcId="{603A5F41-ECE7-435C-A4ED-A9258ED7DEA9}" destId="{4C7B521D-4AA5-449C-9799-2BD3C68CC69C}" srcOrd="2" destOrd="0" presId="urn:microsoft.com/office/officeart/2005/8/layout/orgChart1"/>
    <dgm:cxn modelId="{AFFA3A51-98F7-4C8F-B967-F62091954163}" type="presParOf" srcId="{603A5F41-ECE7-435C-A4ED-A9258ED7DEA9}" destId="{59DC3B9A-E748-4BAC-B0D7-7AF3A20844A3}" srcOrd="3" destOrd="0" presId="urn:microsoft.com/office/officeart/2005/8/layout/orgChart1"/>
    <dgm:cxn modelId="{B90F9D17-8596-4BB7-AD2A-06BBE6F64AB6}" type="presParOf" srcId="{59DC3B9A-E748-4BAC-B0D7-7AF3A20844A3}" destId="{98B2F769-E798-4AA2-A565-096F8B9475BF}" srcOrd="0" destOrd="0" presId="urn:microsoft.com/office/officeart/2005/8/layout/orgChart1"/>
    <dgm:cxn modelId="{96CC4CE2-A068-41D8-8531-52958ECA96CF}" type="presParOf" srcId="{98B2F769-E798-4AA2-A565-096F8B9475BF}" destId="{16FC4B19-6C1B-40A9-9E85-3DE368D56B40}" srcOrd="0" destOrd="0" presId="urn:microsoft.com/office/officeart/2005/8/layout/orgChart1"/>
    <dgm:cxn modelId="{B673C4ED-1BEB-4168-BB7B-67101FAA2CBD}" type="presParOf" srcId="{98B2F769-E798-4AA2-A565-096F8B9475BF}" destId="{0328B437-EE89-40F8-AB77-DDE4B7520C84}" srcOrd="1" destOrd="0" presId="urn:microsoft.com/office/officeart/2005/8/layout/orgChart1"/>
    <dgm:cxn modelId="{EE2E66FD-9A3B-447D-9896-33B03AAB7103}" type="presParOf" srcId="{59DC3B9A-E748-4BAC-B0D7-7AF3A20844A3}" destId="{9DBF1EC3-FAA7-4050-A80C-A30E63D3DBF9}" srcOrd="1" destOrd="0" presId="urn:microsoft.com/office/officeart/2005/8/layout/orgChart1"/>
    <dgm:cxn modelId="{B1C01A45-C98D-4356-A0A6-73D7D915043D}" type="presParOf" srcId="{59DC3B9A-E748-4BAC-B0D7-7AF3A20844A3}" destId="{94C2CB09-6E57-40AD-9201-1E81C973D3F0}" srcOrd="2" destOrd="0" presId="urn:microsoft.com/office/officeart/2005/8/layout/orgChart1"/>
    <dgm:cxn modelId="{E27017C0-8099-40C7-80AB-9F562BCD62CC}" type="presParOf" srcId="{603A5F41-ECE7-435C-A4ED-A9258ED7DEA9}" destId="{CCF23960-A131-4223-BD97-A4C1764764C8}" srcOrd="4" destOrd="0" presId="urn:microsoft.com/office/officeart/2005/8/layout/orgChart1"/>
    <dgm:cxn modelId="{BF8B740B-1E40-4303-8A01-B60162903BBA}" type="presParOf" srcId="{603A5F41-ECE7-435C-A4ED-A9258ED7DEA9}" destId="{CB81989E-5B74-4B71-94AE-1AA10FC6244E}" srcOrd="5" destOrd="0" presId="urn:microsoft.com/office/officeart/2005/8/layout/orgChart1"/>
    <dgm:cxn modelId="{4A656B66-EB06-456F-A01A-91073414B2E4}" type="presParOf" srcId="{CB81989E-5B74-4B71-94AE-1AA10FC6244E}" destId="{EB3E64C3-8CD0-4E34-9D57-BC4832724F94}" srcOrd="0" destOrd="0" presId="urn:microsoft.com/office/officeart/2005/8/layout/orgChart1"/>
    <dgm:cxn modelId="{1F54CF0A-21BF-4CB0-85E6-C6809461E04F}" type="presParOf" srcId="{EB3E64C3-8CD0-4E34-9D57-BC4832724F94}" destId="{F648AF78-261B-4403-AE1C-4E5E75F33C7A}" srcOrd="0" destOrd="0" presId="urn:microsoft.com/office/officeart/2005/8/layout/orgChart1"/>
    <dgm:cxn modelId="{07448179-B14A-4252-B6E7-4AB87A38F4BF}" type="presParOf" srcId="{EB3E64C3-8CD0-4E34-9D57-BC4832724F94}" destId="{7DFD8921-6685-4DDC-ABF0-10A8FF611D76}" srcOrd="1" destOrd="0" presId="urn:microsoft.com/office/officeart/2005/8/layout/orgChart1"/>
    <dgm:cxn modelId="{68830A41-6948-4FFE-BDB9-13EA6439A767}" type="presParOf" srcId="{CB81989E-5B74-4B71-94AE-1AA10FC6244E}" destId="{0B793841-5D17-4852-BE3C-E724E829D8BB}" srcOrd="1" destOrd="0" presId="urn:microsoft.com/office/officeart/2005/8/layout/orgChart1"/>
    <dgm:cxn modelId="{70234A9B-2C41-40AE-AFE7-D27A29D8C62A}" type="presParOf" srcId="{CB81989E-5B74-4B71-94AE-1AA10FC6244E}" destId="{0F7DD22D-9C82-4E72-A2B8-221430B82BA1}" srcOrd="2" destOrd="0" presId="urn:microsoft.com/office/officeart/2005/8/layout/orgChart1"/>
    <dgm:cxn modelId="{5389D87E-3D37-4ABB-9BC2-70DAF41CD168}" type="presParOf" srcId="{603A5F41-ECE7-435C-A4ED-A9258ED7DEA9}" destId="{A9895BA4-20A1-444F-9727-271F4423B6C0}" srcOrd="6" destOrd="0" presId="urn:microsoft.com/office/officeart/2005/8/layout/orgChart1"/>
    <dgm:cxn modelId="{D880AD3B-95E4-40E0-A431-61FA7EC87DB9}" type="presParOf" srcId="{603A5F41-ECE7-435C-A4ED-A9258ED7DEA9}" destId="{A30062AF-8688-4CFD-B363-86315A72C844}" srcOrd="7" destOrd="0" presId="urn:microsoft.com/office/officeart/2005/8/layout/orgChart1"/>
    <dgm:cxn modelId="{7BEA9B17-D682-4741-B7F7-F6687974EBE7}" type="presParOf" srcId="{A30062AF-8688-4CFD-B363-86315A72C844}" destId="{F11AB186-8E80-4E81-BF88-454F46CFB87D}" srcOrd="0" destOrd="0" presId="urn:microsoft.com/office/officeart/2005/8/layout/orgChart1"/>
    <dgm:cxn modelId="{DD5C7BEA-55A6-48A0-9AFD-886601344749}" type="presParOf" srcId="{F11AB186-8E80-4E81-BF88-454F46CFB87D}" destId="{B257B077-EE45-4A95-9C24-B7D8C28D5735}" srcOrd="0" destOrd="0" presId="urn:microsoft.com/office/officeart/2005/8/layout/orgChart1"/>
    <dgm:cxn modelId="{E327F302-3DC8-469F-B110-099A45A6F433}" type="presParOf" srcId="{F11AB186-8E80-4E81-BF88-454F46CFB87D}" destId="{F1EB9F42-2C9B-4612-A2C4-B9E89FD76019}" srcOrd="1" destOrd="0" presId="urn:microsoft.com/office/officeart/2005/8/layout/orgChart1"/>
    <dgm:cxn modelId="{B62936E5-A047-431E-89CB-E7480E3D8A96}" type="presParOf" srcId="{A30062AF-8688-4CFD-B363-86315A72C844}" destId="{A8CD8AA8-9AB1-49CF-9707-2E2B15BA9E31}" srcOrd="1" destOrd="0" presId="urn:microsoft.com/office/officeart/2005/8/layout/orgChart1"/>
    <dgm:cxn modelId="{F5921C9A-C289-426B-AA67-44CB89EC9D74}" type="presParOf" srcId="{A30062AF-8688-4CFD-B363-86315A72C844}" destId="{B7D634FF-D2CF-42CF-80BE-A6903B87675D}" srcOrd="2" destOrd="0" presId="urn:microsoft.com/office/officeart/2005/8/layout/orgChart1"/>
    <dgm:cxn modelId="{856A9997-0BFC-431C-B2C4-F4697391A68F}" type="presParOf" srcId="{D21B68FC-32FC-4F08-B41C-52636C1800EB}" destId="{0E732467-C9F1-40E4-9076-E6B2A8FFEB63}" srcOrd="2" destOrd="0" presId="urn:microsoft.com/office/officeart/2005/8/layout/orgChart1"/>
    <dgm:cxn modelId="{CBFFF7D6-2D34-4613-85FA-F8198828CD53}" type="presParOf" srcId="{594214D4-B535-4D30-B493-2431BC3652BD}" destId="{4170224F-18FC-472C-84BF-8D5EAFC19649}" srcOrd="8" destOrd="0" presId="urn:microsoft.com/office/officeart/2005/8/layout/orgChart1"/>
    <dgm:cxn modelId="{93E6992E-40A6-430A-A035-59A31220A22E}" type="presParOf" srcId="{594214D4-B535-4D30-B493-2431BC3652BD}" destId="{A140820B-491E-454F-B06D-548F6CDA2E6D}" srcOrd="9" destOrd="0" presId="urn:microsoft.com/office/officeart/2005/8/layout/orgChart1"/>
    <dgm:cxn modelId="{B765C3B1-B4E8-4701-8EBC-2FD52CFBCFB9}" type="presParOf" srcId="{A140820B-491E-454F-B06D-548F6CDA2E6D}" destId="{7E6DBA72-5706-42E1-9181-31DA8276733C}" srcOrd="0" destOrd="0" presId="urn:microsoft.com/office/officeart/2005/8/layout/orgChart1"/>
    <dgm:cxn modelId="{95E8F3BB-DAB5-4601-9D36-EFCFBC71042C}" type="presParOf" srcId="{7E6DBA72-5706-42E1-9181-31DA8276733C}" destId="{B59CBF40-D26E-4B38-A962-C2615EA53172}" srcOrd="0" destOrd="0" presId="urn:microsoft.com/office/officeart/2005/8/layout/orgChart1"/>
    <dgm:cxn modelId="{6FE1920A-F83C-4C8D-A28B-E83214355462}" type="presParOf" srcId="{7E6DBA72-5706-42E1-9181-31DA8276733C}" destId="{E4049115-A440-49BF-B077-2334AFDE6DA2}" srcOrd="1" destOrd="0" presId="urn:microsoft.com/office/officeart/2005/8/layout/orgChart1"/>
    <dgm:cxn modelId="{4BEE78E1-E665-4AA3-80EE-1856947749FA}" type="presParOf" srcId="{A140820B-491E-454F-B06D-548F6CDA2E6D}" destId="{C5417407-2121-40A7-BFB7-158C2E8387BD}" srcOrd="1" destOrd="0" presId="urn:microsoft.com/office/officeart/2005/8/layout/orgChart1"/>
    <dgm:cxn modelId="{A001F903-C96B-4E8E-B3BA-59AB52C45EE4}" type="presParOf" srcId="{C5417407-2121-40A7-BFB7-158C2E8387BD}" destId="{C7596AF6-2CC2-4B4A-9CF4-87D8914F5285}" srcOrd="0" destOrd="0" presId="urn:microsoft.com/office/officeart/2005/8/layout/orgChart1"/>
    <dgm:cxn modelId="{8B2C552D-BE04-4B59-8F40-4C1DE3DD806C}" type="presParOf" srcId="{C5417407-2121-40A7-BFB7-158C2E8387BD}" destId="{324F1999-A680-4938-9276-F2B0B0C18888}" srcOrd="1" destOrd="0" presId="urn:microsoft.com/office/officeart/2005/8/layout/orgChart1"/>
    <dgm:cxn modelId="{93383BB4-DF0B-4CC0-AE90-90E295DFA7C8}" type="presParOf" srcId="{324F1999-A680-4938-9276-F2B0B0C18888}" destId="{DB79C5B2-DA6C-4926-935A-A081BCBA08D3}" srcOrd="0" destOrd="0" presId="urn:microsoft.com/office/officeart/2005/8/layout/orgChart1"/>
    <dgm:cxn modelId="{FDD1CFB3-F178-4066-8544-07F4662458CA}" type="presParOf" srcId="{DB79C5B2-DA6C-4926-935A-A081BCBA08D3}" destId="{18CAE764-F8CB-4ED0-AEAE-B90700E77585}" srcOrd="0" destOrd="0" presId="urn:microsoft.com/office/officeart/2005/8/layout/orgChart1"/>
    <dgm:cxn modelId="{502FA476-8617-4933-B01C-E8FC42E334C8}" type="presParOf" srcId="{DB79C5B2-DA6C-4926-935A-A081BCBA08D3}" destId="{BEAACF0D-7938-486D-904D-D657393C7D9D}" srcOrd="1" destOrd="0" presId="urn:microsoft.com/office/officeart/2005/8/layout/orgChart1"/>
    <dgm:cxn modelId="{8FD5145F-619E-4D25-8695-74AA8D35E45D}" type="presParOf" srcId="{324F1999-A680-4938-9276-F2B0B0C18888}" destId="{BAAE9BD6-34C7-4BDE-B114-24D115E8C83A}" srcOrd="1" destOrd="0" presId="urn:microsoft.com/office/officeart/2005/8/layout/orgChart1"/>
    <dgm:cxn modelId="{20CAA775-18D8-4AA6-A164-67B88511ECC9}" type="presParOf" srcId="{324F1999-A680-4938-9276-F2B0B0C18888}" destId="{D96B09F1-5FA1-4D4F-B3CC-390BC84D8B67}" srcOrd="2" destOrd="0" presId="urn:microsoft.com/office/officeart/2005/8/layout/orgChart1"/>
    <dgm:cxn modelId="{A5DC66CB-C1B0-499D-BD1C-73292B30BC32}" type="presParOf" srcId="{C5417407-2121-40A7-BFB7-158C2E8387BD}" destId="{76FFE6FD-5BDD-41DE-A3F0-FDE449F142BF}" srcOrd="2" destOrd="0" presId="urn:microsoft.com/office/officeart/2005/8/layout/orgChart1"/>
    <dgm:cxn modelId="{F69908BF-2E8E-4E2C-BD01-01DBE07BAC7B}" type="presParOf" srcId="{C5417407-2121-40A7-BFB7-158C2E8387BD}" destId="{E976B56B-CC66-409E-8A72-849977A06689}" srcOrd="3" destOrd="0" presId="urn:microsoft.com/office/officeart/2005/8/layout/orgChart1"/>
    <dgm:cxn modelId="{7CE319E7-0084-4BB4-9C7E-5668E3FDE279}" type="presParOf" srcId="{E976B56B-CC66-409E-8A72-849977A06689}" destId="{967D0FCB-8FE2-424B-92F6-87660ED2AAD8}" srcOrd="0" destOrd="0" presId="urn:microsoft.com/office/officeart/2005/8/layout/orgChart1"/>
    <dgm:cxn modelId="{A2145144-CA01-4E58-B291-82390AD47667}" type="presParOf" srcId="{967D0FCB-8FE2-424B-92F6-87660ED2AAD8}" destId="{01AF4ABD-3825-449F-9471-B3CD0601241E}" srcOrd="0" destOrd="0" presId="urn:microsoft.com/office/officeart/2005/8/layout/orgChart1"/>
    <dgm:cxn modelId="{081770A5-E6CF-416B-8AED-C0BA13DDF13C}" type="presParOf" srcId="{967D0FCB-8FE2-424B-92F6-87660ED2AAD8}" destId="{5D9638FB-2154-4E47-903E-607F4BB8D7CB}" srcOrd="1" destOrd="0" presId="urn:microsoft.com/office/officeart/2005/8/layout/orgChart1"/>
    <dgm:cxn modelId="{4C2260BA-D1B3-4A36-95F6-2EEC36C06A1F}" type="presParOf" srcId="{E976B56B-CC66-409E-8A72-849977A06689}" destId="{12C94428-F6D6-46C2-B759-61033DD3D827}" srcOrd="1" destOrd="0" presId="urn:microsoft.com/office/officeart/2005/8/layout/orgChart1"/>
    <dgm:cxn modelId="{80E15BF2-D498-4A35-B359-455148F894D4}" type="presParOf" srcId="{E976B56B-CC66-409E-8A72-849977A06689}" destId="{459AFB3F-B3C8-413C-8605-DD0EF411F66B}" srcOrd="2" destOrd="0" presId="urn:microsoft.com/office/officeart/2005/8/layout/orgChart1"/>
    <dgm:cxn modelId="{99DE4262-B912-4092-A0FD-4BBE84869520}" type="presParOf" srcId="{C5417407-2121-40A7-BFB7-158C2E8387BD}" destId="{38D45898-AC01-4868-A999-A036E47F2533}" srcOrd="4" destOrd="0" presId="urn:microsoft.com/office/officeart/2005/8/layout/orgChart1"/>
    <dgm:cxn modelId="{1828348C-9970-4370-AD1E-7A9CE60230B0}" type="presParOf" srcId="{C5417407-2121-40A7-BFB7-158C2E8387BD}" destId="{AFFF42A0-EE27-44D8-B82E-AEE2DBB36DD2}" srcOrd="5" destOrd="0" presId="urn:microsoft.com/office/officeart/2005/8/layout/orgChart1"/>
    <dgm:cxn modelId="{035C3593-6107-4AC3-9448-8CEF03F5FF89}" type="presParOf" srcId="{AFFF42A0-EE27-44D8-B82E-AEE2DBB36DD2}" destId="{67829967-782E-489D-B326-101F04054375}" srcOrd="0" destOrd="0" presId="urn:microsoft.com/office/officeart/2005/8/layout/orgChart1"/>
    <dgm:cxn modelId="{76FBD798-0761-4329-A843-1203A2901EBA}" type="presParOf" srcId="{67829967-782E-489D-B326-101F04054375}" destId="{E5EE11FE-06E5-4576-8F94-2A6F6DA74500}" srcOrd="0" destOrd="0" presId="urn:microsoft.com/office/officeart/2005/8/layout/orgChart1"/>
    <dgm:cxn modelId="{72305AA5-3FCD-4889-9574-A5C32C4D0CC8}" type="presParOf" srcId="{67829967-782E-489D-B326-101F04054375}" destId="{AA50E344-066D-448A-89B8-793AB5867E0D}" srcOrd="1" destOrd="0" presId="urn:microsoft.com/office/officeart/2005/8/layout/orgChart1"/>
    <dgm:cxn modelId="{D64B24F3-A5D7-45C6-AE35-FCF10D51E1B3}" type="presParOf" srcId="{AFFF42A0-EE27-44D8-B82E-AEE2DBB36DD2}" destId="{63213689-A60F-4558-BA30-A029F47C5B6F}" srcOrd="1" destOrd="0" presId="urn:microsoft.com/office/officeart/2005/8/layout/orgChart1"/>
    <dgm:cxn modelId="{EEA19330-4BA5-4A02-BB84-C84B1120F666}" type="presParOf" srcId="{AFFF42A0-EE27-44D8-B82E-AEE2DBB36DD2}" destId="{11091BF5-68D0-46A5-BC2C-5AABF8CD79C5}" srcOrd="2" destOrd="0" presId="urn:microsoft.com/office/officeart/2005/8/layout/orgChart1"/>
    <dgm:cxn modelId="{5697687E-B2A6-4970-B2B1-995D3A6A8BAB}" type="presParOf" srcId="{C5417407-2121-40A7-BFB7-158C2E8387BD}" destId="{32F2CE7C-5BCF-4469-B1C0-44EB6E04B1A4}" srcOrd="6" destOrd="0" presId="urn:microsoft.com/office/officeart/2005/8/layout/orgChart1"/>
    <dgm:cxn modelId="{3F25519C-0B13-474F-9D9E-12329F09F29D}" type="presParOf" srcId="{C5417407-2121-40A7-BFB7-158C2E8387BD}" destId="{AEA4AF13-3BD6-4C3D-BC81-6F9BBF2E6F84}" srcOrd="7" destOrd="0" presId="urn:microsoft.com/office/officeart/2005/8/layout/orgChart1"/>
    <dgm:cxn modelId="{1079CC58-CF27-4C24-8BC8-033A7E007640}" type="presParOf" srcId="{AEA4AF13-3BD6-4C3D-BC81-6F9BBF2E6F84}" destId="{A2DCB151-D5CC-4C29-9FC9-CE8E770F467B}" srcOrd="0" destOrd="0" presId="urn:microsoft.com/office/officeart/2005/8/layout/orgChart1"/>
    <dgm:cxn modelId="{549A2CFB-7D64-44EC-BFB5-3629546C4829}" type="presParOf" srcId="{A2DCB151-D5CC-4C29-9FC9-CE8E770F467B}" destId="{7D58B846-BD6A-4C66-9C6D-86017812B36E}" srcOrd="0" destOrd="0" presId="urn:microsoft.com/office/officeart/2005/8/layout/orgChart1"/>
    <dgm:cxn modelId="{26AC38B7-9D33-4797-B2A4-2F75728C4D37}" type="presParOf" srcId="{A2DCB151-D5CC-4C29-9FC9-CE8E770F467B}" destId="{25363843-DDEC-42AB-976F-1019A5F16313}" srcOrd="1" destOrd="0" presId="urn:microsoft.com/office/officeart/2005/8/layout/orgChart1"/>
    <dgm:cxn modelId="{9A57951C-9655-4CCD-8406-F0FA50BB9172}" type="presParOf" srcId="{AEA4AF13-3BD6-4C3D-BC81-6F9BBF2E6F84}" destId="{186C1241-9AB9-45A6-9765-327EEB4F60F3}" srcOrd="1" destOrd="0" presId="urn:microsoft.com/office/officeart/2005/8/layout/orgChart1"/>
    <dgm:cxn modelId="{A8B445CA-4BC4-488D-888C-931F5510E906}" type="presParOf" srcId="{AEA4AF13-3BD6-4C3D-BC81-6F9BBF2E6F84}" destId="{9F556C70-A0C6-4A49-B931-701960E377F9}" srcOrd="2" destOrd="0" presId="urn:microsoft.com/office/officeart/2005/8/layout/orgChart1"/>
    <dgm:cxn modelId="{E023EFC5-05AA-4FD1-A099-C831CB302727}" type="presParOf" srcId="{C5417407-2121-40A7-BFB7-158C2E8387BD}" destId="{86447BDE-A35C-457A-9371-1248FAA97CB7}" srcOrd="8" destOrd="0" presId="urn:microsoft.com/office/officeart/2005/8/layout/orgChart1"/>
    <dgm:cxn modelId="{1BC15C6E-33D8-4C55-BE8B-6269BD7F2CE6}" type="presParOf" srcId="{C5417407-2121-40A7-BFB7-158C2E8387BD}" destId="{988B177F-C9A9-4386-A7C3-A4B20170946E}" srcOrd="9" destOrd="0" presId="urn:microsoft.com/office/officeart/2005/8/layout/orgChart1"/>
    <dgm:cxn modelId="{2EEA37ED-BBB1-45B7-89BD-5C3551FBEE09}" type="presParOf" srcId="{988B177F-C9A9-4386-A7C3-A4B20170946E}" destId="{E564DF16-8186-44D4-8045-CD49141B3550}" srcOrd="0" destOrd="0" presId="urn:microsoft.com/office/officeart/2005/8/layout/orgChart1"/>
    <dgm:cxn modelId="{8C86D1B1-7009-4B13-9C01-976137163531}" type="presParOf" srcId="{E564DF16-8186-44D4-8045-CD49141B3550}" destId="{82E6F445-67DD-4ED6-97AC-E9F9BAC65A11}" srcOrd="0" destOrd="0" presId="urn:microsoft.com/office/officeart/2005/8/layout/orgChart1"/>
    <dgm:cxn modelId="{C672FED7-A7C0-4CAC-BE2E-C72C6FF42457}" type="presParOf" srcId="{E564DF16-8186-44D4-8045-CD49141B3550}" destId="{F9BC9271-A945-43AC-AB3E-E97896CE8CF6}" srcOrd="1" destOrd="0" presId="urn:microsoft.com/office/officeart/2005/8/layout/orgChart1"/>
    <dgm:cxn modelId="{5C4BF82E-AFEE-4549-86CB-0E3D3E84F6AE}" type="presParOf" srcId="{988B177F-C9A9-4386-A7C3-A4B20170946E}" destId="{04C2468F-CE4A-4A47-96E1-52DD5506B861}" srcOrd="1" destOrd="0" presId="urn:microsoft.com/office/officeart/2005/8/layout/orgChart1"/>
    <dgm:cxn modelId="{BBBEBC37-3CA7-49DA-A2E7-05568132FEE6}" type="presParOf" srcId="{988B177F-C9A9-4386-A7C3-A4B20170946E}" destId="{B3A793B1-E451-4464-A1AF-7A681E595A4E}" srcOrd="2" destOrd="0" presId="urn:microsoft.com/office/officeart/2005/8/layout/orgChart1"/>
    <dgm:cxn modelId="{0F08A088-8B41-4477-98FB-A41C7E6326A5}" type="presParOf" srcId="{C5417407-2121-40A7-BFB7-158C2E8387BD}" destId="{095BC8F5-FDCB-4C2E-A593-0A893B0B443A}" srcOrd="10" destOrd="0" presId="urn:microsoft.com/office/officeart/2005/8/layout/orgChart1"/>
    <dgm:cxn modelId="{13094A99-4ED2-44B7-8199-11F436D1F7FF}" type="presParOf" srcId="{C5417407-2121-40A7-BFB7-158C2E8387BD}" destId="{2AA49476-7C71-4A57-8024-C085FB7C5BF7}" srcOrd="11" destOrd="0" presId="urn:microsoft.com/office/officeart/2005/8/layout/orgChart1"/>
    <dgm:cxn modelId="{C0F93851-6E45-4118-A034-AA2C7A110A4B}" type="presParOf" srcId="{2AA49476-7C71-4A57-8024-C085FB7C5BF7}" destId="{15425CD8-2C1A-44D4-B9DB-42EFEAFAAE7D}" srcOrd="0" destOrd="0" presId="urn:microsoft.com/office/officeart/2005/8/layout/orgChart1"/>
    <dgm:cxn modelId="{FD99C3AE-4C90-41FA-8B9B-1D968372B304}" type="presParOf" srcId="{15425CD8-2C1A-44D4-B9DB-42EFEAFAAE7D}" destId="{97A6713E-B17A-4D51-9F08-C13298773044}" srcOrd="0" destOrd="0" presId="urn:microsoft.com/office/officeart/2005/8/layout/orgChart1"/>
    <dgm:cxn modelId="{48F2266B-34C7-4776-81F8-BB2EBA9C3B5D}" type="presParOf" srcId="{15425CD8-2C1A-44D4-B9DB-42EFEAFAAE7D}" destId="{6D1A1156-78A0-44D0-A69D-808C24D4A58D}" srcOrd="1" destOrd="0" presId="urn:microsoft.com/office/officeart/2005/8/layout/orgChart1"/>
    <dgm:cxn modelId="{BE90DBC4-CB89-45A9-AF67-046415F45E4D}" type="presParOf" srcId="{2AA49476-7C71-4A57-8024-C085FB7C5BF7}" destId="{7C694CB0-A9C2-4E20-B6EE-126E6E659B80}" srcOrd="1" destOrd="0" presId="urn:microsoft.com/office/officeart/2005/8/layout/orgChart1"/>
    <dgm:cxn modelId="{C286B5E1-6054-4AC2-BED8-90B999066FCE}" type="presParOf" srcId="{2AA49476-7C71-4A57-8024-C085FB7C5BF7}" destId="{47FDB3E5-63D3-4EE0-8C94-9D56603862C9}" srcOrd="2" destOrd="0" presId="urn:microsoft.com/office/officeart/2005/8/layout/orgChart1"/>
    <dgm:cxn modelId="{7B9DB536-9977-4029-A1D5-295106BE38B3}" type="presParOf" srcId="{C5417407-2121-40A7-BFB7-158C2E8387BD}" destId="{500A5A46-9511-4CAE-A7E0-9370D37F5C98}" srcOrd="12" destOrd="0" presId="urn:microsoft.com/office/officeart/2005/8/layout/orgChart1"/>
    <dgm:cxn modelId="{BBD53EB0-C77A-4CDB-8943-BDA07C4B0CAE}" type="presParOf" srcId="{C5417407-2121-40A7-BFB7-158C2E8387BD}" destId="{52A6792A-586D-47DB-9A8F-0624DB646C54}" srcOrd="13" destOrd="0" presId="urn:microsoft.com/office/officeart/2005/8/layout/orgChart1"/>
    <dgm:cxn modelId="{F88A0B02-F4C6-4736-9837-3EB8876EB8DE}" type="presParOf" srcId="{52A6792A-586D-47DB-9A8F-0624DB646C54}" destId="{B371C231-E8D2-4910-9CCD-FACAEC89B8FC}" srcOrd="0" destOrd="0" presId="urn:microsoft.com/office/officeart/2005/8/layout/orgChart1"/>
    <dgm:cxn modelId="{E1394409-C5F2-47E0-A110-266096DBB173}" type="presParOf" srcId="{B371C231-E8D2-4910-9CCD-FACAEC89B8FC}" destId="{57C27319-EFA5-4D87-92D6-51FF18F0A11A}" srcOrd="0" destOrd="0" presId="urn:microsoft.com/office/officeart/2005/8/layout/orgChart1"/>
    <dgm:cxn modelId="{871935E4-1194-4304-808A-0644F486292C}" type="presParOf" srcId="{B371C231-E8D2-4910-9CCD-FACAEC89B8FC}" destId="{80354C9B-6152-4CFF-A2D8-4EE5E86CA868}" srcOrd="1" destOrd="0" presId="urn:microsoft.com/office/officeart/2005/8/layout/orgChart1"/>
    <dgm:cxn modelId="{043E2D11-B27B-4D7B-AC39-DD62816FD4DF}" type="presParOf" srcId="{52A6792A-586D-47DB-9A8F-0624DB646C54}" destId="{BC1DEB2A-35F0-460D-9D1A-11AF46B40FF8}" srcOrd="1" destOrd="0" presId="urn:microsoft.com/office/officeart/2005/8/layout/orgChart1"/>
    <dgm:cxn modelId="{699F5092-5A54-4F9A-9469-D2FF846DD541}" type="presParOf" srcId="{52A6792A-586D-47DB-9A8F-0624DB646C54}" destId="{34747C1E-7A9B-47E5-A8C9-CD60CE7DD808}" srcOrd="2" destOrd="0" presId="urn:microsoft.com/office/officeart/2005/8/layout/orgChart1"/>
    <dgm:cxn modelId="{6A1F30A0-5491-4F62-B180-5E9E5615E834}" type="presParOf" srcId="{C5417407-2121-40A7-BFB7-158C2E8387BD}" destId="{71222F52-EDEE-4FE0-A2FE-35A35EFC14B8}" srcOrd="14" destOrd="0" presId="urn:microsoft.com/office/officeart/2005/8/layout/orgChart1"/>
    <dgm:cxn modelId="{DB477100-D30C-41A3-B7AB-E94AB5DFAB73}" type="presParOf" srcId="{C5417407-2121-40A7-BFB7-158C2E8387BD}" destId="{A97EFE5E-C69F-4584-8E81-419F24DFA266}" srcOrd="15" destOrd="0" presId="urn:microsoft.com/office/officeart/2005/8/layout/orgChart1"/>
    <dgm:cxn modelId="{A87CEEDA-49A0-4EBA-AA37-5E47C98E5270}" type="presParOf" srcId="{A97EFE5E-C69F-4584-8E81-419F24DFA266}" destId="{B586E9C6-C70A-4E10-93A8-06EE168B6044}" srcOrd="0" destOrd="0" presId="urn:microsoft.com/office/officeart/2005/8/layout/orgChart1"/>
    <dgm:cxn modelId="{33299437-FAEE-4DF6-B26D-55D79A8DEF37}" type="presParOf" srcId="{B586E9C6-C70A-4E10-93A8-06EE168B6044}" destId="{A4FACCCB-1513-46AC-910A-BC68CF7A9D74}" srcOrd="0" destOrd="0" presId="urn:microsoft.com/office/officeart/2005/8/layout/orgChart1"/>
    <dgm:cxn modelId="{C22256E2-9596-458D-BCC3-C77E5809D901}" type="presParOf" srcId="{B586E9C6-C70A-4E10-93A8-06EE168B6044}" destId="{4F7E0FBD-A4CD-4A14-97AA-CB371967CD36}" srcOrd="1" destOrd="0" presId="urn:microsoft.com/office/officeart/2005/8/layout/orgChart1"/>
    <dgm:cxn modelId="{532EC558-7932-422B-9A25-7D3F7F428436}" type="presParOf" srcId="{A97EFE5E-C69F-4584-8E81-419F24DFA266}" destId="{259BEFF8-7AB3-408F-835D-C78DBFAC9493}" srcOrd="1" destOrd="0" presId="urn:microsoft.com/office/officeart/2005/8/layout/orgChart1"/>
    <dgm:cxn modelId="{7BD62F68-8306-44F9-A201-C8B18B7DE608}" type="presParOf" srcId="{A97EFE5E-C69F-4584-8E81-419F24DFA266}" destId="{DD5EF234-7299-4490-8CEC-498E54A206B9}" srcOrd="2" destOrd="0" presId="urn:microsoft.com/office/officeart/2005/8/layout/orgChart1"/>
    <dgm:cxn modelId="{B7C33A03-4E99-498B-8A1F-CA8873C1FAAA}" type="presParOf" srcId="{C5417407-2121-40A7-BFB7-158C2E8387BD}" destId="{EF126CC1-26BF-43DD-AE8D-A38816D220F1}" srcOrd="16" destOrd="0" presId="urn:microsoft.com/office/officeart/2005/8/layout/orgChart1"/>
    <dgm:cxn modelId="{C4D471D8-AEC1-44C1-88A4-7094020F6CF4}" type="presParOf" srcId="{C5417407-2121-40A7-BFB7-158C2E8387BD}" destId="{78DFB787-A71A-407A-8AB9-1978E3269648}" srcOrd="17" destOrd="0" presId="urn:microsoft.com/office/officeart/2005/8/layout/orgChart1"/>
    <dgm:cxn modelId="{F75CA221-1D47-4CA6-94E9-04DFBAB694DB}" type="presParOf" srcId="{78DFB787-A71A-407A-8AB9-1978E3269648}" destId="{50E40E28-CB5D-41A5-AF9D-5763BEE218FA}" srcOrd="0" destOrd="0" presId="urn:microsoft.com/office/officeart/2005/8/layout/orgChart1"/>
    <dgm:cxn modelId="{3ED9147D-2583-4A6B-B707-41FEFFB9F309}" type="presParOf" srcId="{50E40E28-CB5D-41A5-AF9D-5763BEE218FA}" destId="{4CC23025-EE7D-4ABE-B01C-1B1FF6594997}" srcOrd="0" destOrd="0" presId="urn:microsoft.com/office/officeart/2005/8/layout/orgChart1"/>
    <dgm:cxn modelId="{22036C50-BD4B-4635-9574-933945908483}" type="presParOf" srcId="{50E40E28-CB5D-41A5-AF9D-5763BEE218FA}" destId="{BB908FE4-FC9C-4B6B-A5C4-6AF09C6B15BA}" srcOrd="1" destOrd="0" presId="urn:microsoft.com/office/officeart/2005/8/layout/orgChart1"/>
    <dgm:cxn modelId="{F2458AA5-6454-406C-89B5-8329910E5960}" type="presParOf" srcId="{78DFB787-A71A-407A-8AB9-1978E3269648}" destId="{E2C72657-451A-42A3-A015-A0F91EF98C87}" srcOrd="1" destOrd="0" presId="urn:microsoft.com/office/officeart/2005/8/layout/orgChart1"/>
    <dgm:cxn modelId="{3129C5E7-DBAD-4A00-B357-E3DBF1969272}" type="presParOf" srcId="{78DFB787-A71A-407A-8AB9-1978E3269648}" destId="{BC425254-16E1-4AE0-B297-CD1A0781E650}" srcOrd="2" destOrd="0" presId="urn:microsoft.com/office/officeart/2005/8/layout/orgChart1"/>
    <dgm:cxn modelId="{B9409C91-2161-4781-8CBC-38769A53C65D}" type="presParOf" srcId="{A140820B-491E-454F-B06D-548F6CDA2E6D}" destId="{44FE0115-56FB-47C5-8337-1A5BE7675DB6}" srcOrd="2" destOrd="0" presId="urn:microsoft.com/office/officeart/2005/8/layout/orgChart1"/>
    <dgm:cxn modelId="{C910E779-728B-42E4-8D5F-4608635F1E7E}" type="presParOf" srcId="{9A8DB464-AEFB-4D70-95A2-F727601528FF}" destId="{42C5FB3F-7656-4264-8B60-EC31E169C6A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126CC1-26BF-43DD-AE8D-A38816D220F1}">
      <dsp:nvSpPr>
        <dsp:cNvPr id="0" name=""/>
        <dsp:cNvSpPr/>
      </dsp:nvSpPr>
      <dsp:spPr>
        <a:xfrm>
          <a:off x="6737103" y="908103"/>
          <a:ext cx="185589" cy="5186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86310"/>
              </a:lnTo>
              <a:lnTo>
                <a:pt x="185589" y="518631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222F52-EDEE-4FE0-A2FE-35A35EFC14B8}">
      <dsp:nvSpPr>
        <dsp:cNvPr id="0" name=""/>
        <dsp:cNvSpPr/>
      </dsp:nvSpPr>
      <dsp:spPr>
        <a:xfrm>
          <a:off x="6737103" y="908103"/>
          <a:ext cx="185589" cy="45914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91440"/>
              </a:lnTo>
              <a:lnTo>
                <a:pt x="185589" y="459144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0A5A46-9511-4CAE-A7E0-9370D37F5C98}">
      <dsp:nvSpPr>
        <dsp:cNvPr id="0" name=""/>
        <dsp:cNvSpPr/>
      </dsp:nvSpPr>
      <dsp:spPr>
        <a:xfrm>
          <a:off x="6737103" y="908103"/>
          <a:ext cx="185589" cy="3996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96569"/>
              </a:lnTo>
              <a:lnTo>
                <a:pt x="185589" y="399656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5BC8F5-FDCB-4C2E-A593-0A893B0B443A}">
      <dsp:nvSpPr>
        <dsp:cNvPr id="0" name=""/>
        <dsp:cNvSpPr/>
      </dsp:nvSpPr>
      <dsp:spPr>
        <a:xfrm>
          <a:off x="6737103" y="908103"/>
          <a:ext cx="185589" cy="34016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01699"/>
              </a:lnTo>
              <a:lnTo>
                <a:pt x="185589" y="340169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447BDE-A35C-457A-9371-1248FAA97CB7}">
      <dsp:nvSpPr>
        <dsp:cNvPr id="0" name=""/>
        <dsp:cNvSpPr/>
      </dsp:nvSpPr>
      <dsp:spPr>
        <a:xfrm>
          <a:off x="6737103" y="908103"/>
          <a:ext cx="185589" cy="28068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06829"/>
              </a:lnTo>
              <a:lnTo>
                <a:pt x="185589" y="280682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F2CE7C-5BCF-4469-B1C0-44EB6E04B1A4}">
      <dsp:nvSpPr>
        <dsp:cNvPr id="0" name=""/>
        <dsp:cNvSpPr/>
      </dsp:nvSpPr>
      <dsp:spPr>
        <a:xfrm>
          <a:off x="6737103" y="908103"/>
          <a:ext cx="185589" cy="22119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1958"/>
              </a:lnTo>
              <a:lnTo>
                <a:pt x="185589" y="221195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D45898-AC01-4868-A999-A036E47F2533}">
      <dsp:nvSpPr>
        <dsp:cNvPr id="0" name=""/>
        <dsp:cNvSpPr/>
      </dsp:nvSpPr>
      <dsp:spPr>
        <a:xfrm>
          <a:off x="6737103" y="908103"/>
          <a:ext cx="185589" cy="16170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7088"/>
              </a:lnTo>
              <a:lnTo>
                <a:pt x="185589" y="161708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FFE6FD-5BDD-41DE-A3F0-FDE449F142BF}">
      <dsp:nvSpPr>
        <dsp:cNvPr id="0" name=""/>
        <dsp:cNvSpPr/>
      </dsp:nvSpPr>
      <dsp:spPr>
        <a:xfrm>
          <a:off x="6737103" y="908103"/>
          <a:ext cx="185589" cy="10222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2218"/>
              </a:lnTo>
              <a:lnTo>
                <a:pt x="185589" y="102221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596AF6-2CC2-4B4A-9CF4-87D8914F5285}">
      <dsp:nvSpPr>
        <dsp:cNvPr id="0" name=""/>
        <dsp:cNvSpPr/>
      </dsp:nvSpPr>
      <dsp:spPr>
        <a:xfrm>
          <a:off x="6737103" y="908103"/>
          <a:ext cx="185589" cy="427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7347"/>
              </a:lnTo>
              <a:lnTo>
                <a:pt x="185589" y="42734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70224F-18FC-472C-84BF-8D5EAFC19649}">
      <dsp:nvSpPr>
        <dsp:cNvPr id="0" name=""/>
        <dsp:cNvSpPr/>
      </dsp:nvSpPr>
      <dsp:spPr>
        <a:xfrm>
          <a:off x="4237830" y="325518"/>
          <a:ext cx="2994178" cy="259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912"/>
              </a:lnTo>
              <a:lnTo>
                <a:pt x="2994178" y="129912"/>
              </a:lnTo>
              <a:lnTo>
                <a:pt x="2994178" y="25982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895BA4-20A1-444F-9727-271F4423B6C0}">
      <dsp:nvSpPr>
        <dsp:cNvPr id="0" name=""/>
        <dsp:cNvSpPr/>
      </dsp:nvSpPr>
      <dsp:spPr>
        <a:xfrm>
          <a:off x="5240013" y="908103"/>
          <a:ext cx="185589" cy="29028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02809"/>
              </a:lnTo>
              <a:lnTo>
                <a:pt x="185589" y="290280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F23960-A131-4223-BD97-A4C1764764C8}">
      <dsp:nvSpPr>
        <dsp:cNvPr id="0" name=""/>
        <dsp:cNvSpPr/>
      </dsp:nvSpPr>
      <dsp:spPr>
        <a:xfrm>
          <a:off x="5240013" y="908103"/>
          <a:ext cx="185589" cy="18871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7198"/>
              </a:lnTo>
              <a:lnTo>
                <a:pt x="185589" y="188719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7B521D-4AA5-449C-9799-2BD3C68CC69C}">
      <dsp:nvSpPr>
        <dsp:cNvPr id="0" name=""/>
        <dsp:cNvSpPr/>
      </dsp:nvSpPr>
      <dsp:spPr>
        <a:xfrm>
          <a:off x="5240013" y="908103"/>
          <a:ext cx="185589" cy="11842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284"/>
              </a:lnTo>
              <a:lnTo>
                <a:pt x="185589" y="118428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97566-98C8-4EB4-9FD5-5DC1FCBDDF9C}">
      <dsp:nvSpPr>
        <dsp:cNvPr id="0" name=""/>
        <dsp:cNvSpPr/>
      </dsp:nvSpPr>
      <dsp:spPr>
        <a:xfrm>
          <a:off x="5240013" y="908103"/>
          <a:ext cx="185589" cy="4813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1369"/>
              </a:lnTo>
              <a:lnTo>
                <a:pt x="185589" y="48136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222090-0739-4BEE-A72E-7E1EAA17C8DF}">
      <dsp:nvSpPr>
        <dsp:cNvPr id="0" name=""/>
        <dsp:cNvSpPr/>
      </dsp:nvSpPr>
      <dsp:spPr>
        <a:xfrm>
          <a:off x="4237830" y="325518"/>
          <a:ext cx="1497089" cy="259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912"/>
              </a:lnTo>
              <a:lnTo>
                <a:pt x="1497089" y="129912"/>
              </a:lnTo>
              <a:lnTo>
                <a:pt x="1497089" y="25982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1DD73E-A42D-4A35-83BA-1F5C90EABABE}">
      <dsp:nvSpPr>
        <dsp:cNvPr id="0" name=""/>
        <dsp:cNvSpPr/>
      </dsp:nvSpPr>
      <dsp:spPr>
        <a:xfrm>
          <a:off x="2137042" y="898823"/>
          <a:ext cx="185589" cy="39411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41161"/>
              </a:lnTo>
              <a:lnTo>
                <a:pt x="185589" y="394116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FCBCFD-F37A-4A36-815F-83EB755C34C0}">
      <dsp:nvSpPr>
        <dsp:cNvPr id="0" name=""/>
        <dsp:cNvSpPr/>
      </dsp:nvSpPr>
      <dsp:spPr>
        <a:xfrm>
          <a:off x="2137042" y="898823"/>
          <a:ext cx="185589" cy="32482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48207"/>
              </a:lnTo>
              <a:lnTo>
                <a:pt x="185589" y="324820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949834-01B3-48CE-94DC-B555F9FD0712}">
      <dsp:nvSpPr>
        <dsp:cNvPr id="0" name=""/>
        <dsp:cNvSpPr/>
      </dsp:nvSpPr>
      <dsp:spPr>
        <a:xfrm>
          <a:off x="2137042" y="898823"/>
          <a:ext cx="185589" cy="2555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55253"/>
              </a:lnTo>
              <a:lnTo>
                <a:pt x="185589" y="255525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967EEB-53C3-477B-953F-F3007DA54EBF}">
      <dsp:nvSpPr>
        <dsp:cNvPr id="0" name=""/>
        <dsp:cNvSpPr/>
      </dsp:nvSpPr>
      <dsp:spPr>
        <a:xfrm>
          <a:off x="2137042" y="898823"/>
          <a:ext cx="185589" cy="18622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2298"/>
              </a:lnTo>
              <a:lnTo>
                <a:pt x="185589" y="186229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4F7C28-6C63-4912-82EA-91CB6AE17AF5}">
      <dsp:nvSpPr>
        <dsp:cNvPr id="0" name=""/>
        <dsp:cNvSpPr/>
      </dsp:nvSpPr>
      <dsp:spPr>
        <a:xfrm>
          <a:off x="2137042" y="898823"/>
          <a:ext cx="185589" cy="11693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9344"/>
              </a:lnTo>
              <a:lnTo>
                <a:pt x="185589" y="116934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880EB0-D6AB-4D34-8F97-52D38980EC34}">
      <dsp:nvSpPr>
        <dsp:cNvPr id="0" name=""/>
        <dsp:cNvSpPr/>
      </dsp:nvSpPr>
      <dsp:spPr>
        <a:xfrm>
          <a:off x="2137042" y="898823"/>
          <a:ext cx="185589" cy="4763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6389"/>
              </a:lnTo>
              <a:lnTo>
                <a:pt x="185589" y="47638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CBBE76-77BA-47CC-AC56-A091AA3E83D2}">
      <dsp:nvSpPr>
        <dsp:cNvPr id="0" name=""/>
        <dsp:cNvSpPr/>
      </dsp:nvSpPr>
      <dsp:spPr>
        <a:xfrm>
          <a:off x="2631948" y="325518"/>
          <a:ext cx="1605881" cy="250545"/>
        </a:xfrm>
        <a:custGeom>
          <a:avLst/>
          <a:gdLst/>
          <a:ahLst/>
          <a:cxnLst/>
          <a:rect l="0" t="0" r="0" b="0"/>
          <a:pathLst>
            <a:path>
              <a:moveTo>
                <a:pt x="1605881" y="0"/>
              </a:moveTo>
              <a:lnTo>
                <a:pt x="1605881" y="120633"/>
              </a:lnTo>
              <a:lnTo>
                <a:pt x="0" y="120633"/>
              </a:lnTo>
              <a:lnTo>
                <a:pt x="0" y="25054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B7436-4BD5-4DE3-8F13-92718F6A80BA}">
      <dsp:nvSpPr>
        <dsp:cNvPr id="0" name=""/>
        <dsp:cNvSpPr/>
      </dsp:nvSpPr>
      <dsp:spPr>
        <a:xfrm>
          <a:off x="3652121" y="898823"/>
          <a:ext cx="185589" cy="32482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48207"/>
              </a:lnTo>
              <a:lnTo>
                <a:pt x="185589" y="324820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0AE0C2-5A16-4D94-AC4F-64C8FA10A8E9}">
      <dsp:nvSpPr>
        <dsp:cNvPr id="0" name=""/>
        <dsp:cNvSpPr/>
      </dsp:nvSpPr>
      <dsp:spPr>
        <a:xfrm>
          <a:off x="3652121" y="898823"/>
          <a:ext cx="185589" cy="2555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55253"/>
              </a:lnTo>
              <a:lnTo>
                <a:pt x="185589" y="255525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53CB83-BDD0-4045-80C1-834F297389E1}">
      <dsp:nvSpPr>
        <dsp:cNvPr id="0" name=""/>
        <dsp:cNvSpPr/>
      </dsp:nvSpPr>
      <dsp:spPr>
        <a:xfrm>
          <a:off x="3652121" y="898823"/>
          <a:ext cx="185589" cy="18622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2298"/>
              </a:lnTo>
              <a:lnTo>
                <a:pt x="185589" y="186229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E7C76-6010-4E28-A90B-E77D3FAEA659}">
      <dsp:nvSpPr>
        <dsp:cNvPr id="0" name=""/>
        <dsp:cNvSpPr/>
      </dsp:nvSpPr>
      <dsp:spPr>
        <a:xfrm>
          <a:off x="3652121" y="898823"/>
          <a:ext cx="185589" cy="11693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9344"/>
              </a:lnTo>
              <a:lnTo>
                <a:pt x="185589" y="116934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E3A958-935C-47BA-A8D5-EA00D3D7BB97}">
      <dsp:nvSpPr>
        <dsp:cNvPr id="0" name=""/>
        <dsp:cNvSpPr/>
      </dsp:nvSpPr>
      <dsp:spPr>
        <a:xfrm>
          <a:off x="3652121" y="898823"/>
          <a:ext cx="185589" cy="4763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6389"/>
              </a:lnTo>
              <a:lnTo>
                <a:pt x="185589" y="47638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BE9472-38C9-4B3A-9B13-FBC9769C1BB3}">
      <dsp:nvSpPr>
        <dsp:cNvPr id="0" name=""/>
        <dsp:cNvSpPr/>
      </dsp:nvSpPr>
      <dsp:spPr>
        <a:xfrm>
          <a:off x="4101307" y="325518"/>
          <a:ext cx="91440" cy="250545"/>
        </a:xfrm>
        <a:custGeom>
          <a:avLst/>
          <a:gdLst/>
          <a:ahLst/>
          <a:cxnLst/>
          <a:rect l="0" t="0" r="0" b="0"/>
          <a:pathLst>
            <a:path>
              <a:moveTo>
                <a:pt x="136522" y="0"/>
              </a:moveTo>
              <a:lnTo>
                <a:pt x="136522" y="120633"/>
              </a:lnTo>
              <a:lnTo>
                <a:pt x="45720" y="120633"/>
              </a:lnTo>
              <a:lnTo>
                <a:pt x="45720" y="25054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95FAE2-BB50-41BF-A246-60303D243562}">
      <dsp:nvSpPr>
        <dsp:cNvPr id="0" name=""/>
        <dsp:cNvSpPr/>
      </dsp:nvSpPr>
      <dsp:spPr>
        <a:xfrm>
          <a:off x="555769" y="898823"/>
          <a:ext cx="185589" cy="2168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8957"/>
              </a:lnTo>
              <a:lnTo>
                <a:pt x="185589" y="216895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43C667-645E-4558-83DB-B11032C2E818}">
      <dsp:nvSpPr>
        <dsp:cNvPr id="0" name=""/>
        <dsp:cNvSpPr/>
      </dsp:nvSpPr>
      <dsp:spPr>
        <a:xfrm>
          <a:off x="555769" y="898823"/>
          <a:ext cx="185589" cy="15863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6373"/>
              </a:lnTo>
              <a:lnTo>
                <a:pt x="185589" y="158637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D80E15-EC05-42BF-A03D-CA6E399AE610}">
      <dsp:nvSpPr>
        <dsp:cNvPr id="0" name=""/>
        <dsp:cNvSpPr/>
      </dsp:nvSpPr>
      <dsp:spPr>
        <a:xfrm>
          <a:off x="555769" y="898823"/>
          <a:ext cx="185589" cy="10037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3789"/>
              </a:lnTo>
              <a:lnTo>
                <a:pt x="185589" y="100378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E9583A-4902-4F7A-AA58-73BAB115E48C}">
      <dsp:nvSpPr>
        <dsp:cNvPr id="0" name=""/>
        <dsp:cNvSpPr/>
      </dsp:nvSpPr>
      <dsp:spPr>
        <a:xfrm>
          <a:off x="555769" y="898823"/>
          <a:ext cx="185589" cy="4212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1204"/>
              </a:lnTo>
              <a:lnTo>
                <a:pt x="185589" y="42120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FD8707-9C96-43CB-9657-6E47CC2B4684}">
      <dsp:nvSpPr>
        <dsp:cNvPr id="0" name=""/>
        <dsp:cNvSpPr/>
      </dsp:nvSpPr>
      <dsp:spPr>
        <a:xfrm>
          <a:off x="1050675" y="325518"/>
          <a:ext cx="3187154" cy="250545"/>
        </a:xfrm>
        <a:custGeom>
          <a:avLst/>
          <a:gdLst/>
          <a:ahLst/>
          <a:cxnLst/>
          <a:rect l="0" t="0" r="0" b="0"/>
          <a:pathLst>
            <a:path>
              <a:moveTo>
                <a:pt x="3187154" y="0"/>
              </a:moveTo>
              <a:lnTo>
                <a:pt x="3187154" y="120633"/>
              </a:lnTo>
              <a:lnTo>
                <a:pt x="0" y="120633"/>
              </a:lnTo>
              <a:lnTo>
                <a:pt x="0" y="25054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DA4825-8282-45C8-BFB0-2246AFE53E74}">
      <dsp:nvSpPr>
        <dsp:cNvPr id="0" name=""/>
        <dsp:cNvSpPr/>
      </dsp:nvSpPr>
      <dsp:spPr>
        <a:xfrm>
          <a:off x="3619198" y="2760"/>
          <a:ext cx="1237263" cy="32275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홈페이지</a:t>
          </a:r>
          <a:endParaRPr lang="ko-KR" altLang="en-US" sz="1000" b="1" kern="1200" dirty="0"/>
        </a:p>
      </dsp:txBody>
      <dsp:txXfrm>
        <a:off x="3619198" y="2760"/>
        <a:ext cx="1237263" cy="322758"/>
      </dsp:txXfrm>
    </dsp:sp>
    <dsp:sp modelId="{126919AA-5B44-4AA1-AD9D-C16183F77E3A}">
      <dsp:nvSpPr>
        <dsp:cNvPr id="0" name=""/>
        <dsp:cNvSpPr/>
      </dsp:nvSpPr>
      <dsp:spPr>
        <a:xfrm>
          <a:off x="432043" y="576064"/>
          <a:ext cx="1237263" cy="32275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협회소개</a:t>
          </a:r>
          <a:endParaRPr lang="ko-KR" altLang="en-US" sz="1000" b="1" kern="1200" dirty="0"/>
        </a:p>
      </dsp:txBody>
      <dsp:txXfrm>
        <a:off x="432043" y="576064"/>
        <a:ext cx="1237263" cy="322758"/>
      </dsp:txXfrm>
    </dsp:sp>
    <dsp:sp modelId="{F5A74D09-2D8B-4E2B-BDC1-CFB5F0954EC7}">
      <dsp:nvSpPr>
        <dsp:cNvPr id="0" name=""/>
        <dsp:cNvSpPr/>
      </dsp:nvSpPr>
      <dsp:spPr>
        <a:xfrm>
          <a:off x="741359" y="1158649"/>
          <a:ext cx="1237263" cy="32275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인사말</a:t>
          </a:r>
          <a:endParaRPr lang="ko-KR" altLang="en-US" sz="1000" b="1" kern="1200" dirty="0"/>
        </a:p>
      </dsp:txBody>
      <dsp:txXfrm>
        <a:off x="741359" y="1158649"/>
        <a:ext cx="1237263" cy="322758"/>
      </dsp:txXfrm>
    </dsp:sp>
    <dsp:sp modelId="{511601A7-362C-49A9-9EDA-295C533D1B20}">
      <dsp:nvSpPr>
        <dsp:cNvPr id="0" name=""/>
        <dsp:cNvSpPr/>
      </dsp:nvSpPr>
      <dsp:spPr>
        <a:xfrm>
          <a:off x="741359" y="1741233"/>
          <a:ext cx="1237263" cy="32275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조직</a:t>
          </a:r>
          <a:endParaRPr lang="ko-KR" altLang="en-US" sz="1000" b="1" kern="1200" dirty="0"/>
        </a:p>
      </dsp:txBody>
      <dsp:txXfrm>
        <a:off x="741359" y="1741233"/>
        <a:ext cx="1237263" cy="322758"/>
      </dsp:txXfrm>
    </dsp:sp>
    <dsp:sp modelId="{70ACA0CA-B87F-4924-B527-7160176F7F7E}">
      <dsp:nvSpPr>
        <dsp:cNvPr id="0" name=""/>
        <dsp:cNvSpPr/>
      </dsp:nvSpPr>
      <dsp:spPr>
        <a:xfrm>
          <a:off x="741359" y="2323817"/>
          <a:ext cx="1237263" cy="32275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연혁</a:t>
          </a:r>
          <a:endParaRPr lang="ko-KR" altLang="en-US" sz="1000" b="1" kern="1200" dirty="0"/>
        </a:p>
      </dsp:txBody>
      <dsp:txXfrm>
        <a:off x="741359" y="2323817"/>
        <a:ext cx="1237263" cy="322758"/>
      </dsp:txXfrm>
    </dsp:sp>
    <dsp:sp modelId="{64487651-BAE3-4522-A4E4-F2A2105D9FA0}">
      <dsp:nvSpPr>
        <dsp:cNvPr id="0" name=""/>
        <dsp:cNvSpPr/>
      </dsp:nvSpPr>
      <dsp:spPr>
        <a:xfrm>
          <a:off x="741359" y="2906401"/>
          <a:ext cx="1237263" cy="32275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err="1" smtClean="0"/>
            <a:t>찾아오시는길</a:t>
          </a:r>
          <a:endParaRPr lang="ko-KR" altLang="en-US" sz="1000" b="1" kern="1200" dirty="0"/>
        </a:p>
      </dsp:txBody>
      <dsp:txXfrm>
        <a:off x="741359" y="2906401"/>
        <a:ext cx="1237263" cy="322758"/>
      </dsp:txXfrm>
    </dsp:sp>
    <dsp:sp modelId="{B1DB7839-545D-432F-BCDA-A02FAB4968E2}">
      <dsp:nvSpPr>
        <dsp:cNvPr id="0" name=""/>
        <dsp:cNvSpPr/>
      </dsp:nvSpPr>
      <dsp:spPr>
        <a:xfrm>
          <a:off x="3528395" y="576064"/>
          <a:ext cx="1237263" cy="32275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err="1" smtClean="0"/>
            <a:t>알림마당</a:t>
          </a:r>
          <a:endParaRPr lang="ko-KR" altLang="en-US" sz="1000" b="1" kern="1200" dirty="0"/>
        </a:p>
      </dsp:txBody>
      <dsp:txXfrm>
        <a:off x="3528395" y="576064"/>
        <a:ext cx="1237263" cy="322758"/>
      </dsp:txXfrm>
    </dsp:sp>
    <dsp:sp modelId="{F95739FD-6D4A-488D-9235-BD9F2FFC40F4}">
      <dsp:nvSpPr>
        <dsp:cNvPr id="0" name=""/>
        <dsp:cNvSpPr/>
      </dsp:nvSpPr>
      <dsp:spPr>
        <a:xfrm>
          <a:off x="3837711" y="1158649"/>
          <a:ext cx="1237263" cy="43312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공지사항</a:t>
          </a:r>
          <a:endParaRPr lang="ko-KR" altLang="en-US" sz="1000" b="1" kern="1200" dirty="0"/>
        </a:p>
      </dsp:txBody>
      <dsp:txXfrm>
        <a:off x="3837711" y="1158649"/>
        <a:ext cx="1237263" cy="433128"/>
      </dsp:txXfrm>
    </dsp:sp>
    <dsp:sp modelId="{0DCFA2FB-E01A-47A7-B663-005F574F6DAC}">
      <dsp:nvSpPr>
        <dsp:cNvPr id="0" name=""/>
        <dsp:cNvSpPr/>
      </dsp:nvSpPr>
      <dsp:spPr>
        <a:xfrm>
          <a:off x="3837711" y="1851603"/>
          <a:ext cx="1237263" cy="43312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err="1" smtClean="0"/>
            <a:t>새소식</a:t>
          </a:r>
          <a:endParaRPr lang="ko-KR" altLang="en-US" sz="1000" b="1" kern="1200" dirty="0"/>
        </a:p>
      </dsp:txBody>
      <dsp:txXfrm>
        <a:off x="3837711" y="1851603"/>
        <a:ext cx="1237263" cy="433128"/>
      </dsp:txXfrm>
    </dsp:sp>
    <dsp:sp modelId="{B8959AC9-37A5-48C2-A5C0-E1263A9B91D9}">
      <dsp:nvSpPr>
        <dsp:cNvPr id="0" name=""/>
        <dsp:cNvSpPr/>
      </dsp:nvSpPr>
      <dsp:spPr>
        <a:xfrm>
          <a:off x="3837711" y="2544557"/>
          <a:ext cx="1237263" cy="43312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행사안내</a:t>
          </a:r>
          <a:endParaRPr lang="ko-KR" altLang="en-US" sz="1000" b="1" kern="1200" dirty="0"/>
        </a:p>
      </dsp:txBody>
      <dsp:txXfrm>
        <a:off x="3837711" y="2544557"/>
        <a:ext cx="1237263" cy="433128"/>
      </dsp:txXfrm>
    </dsp:sp>
    <dsp:sp modelId="{8B563AA4-28D4-4759-B0D1-66306B4F6F6C}">
      <dsp:nvSpPr>
        <dsp:cNvPr id="0" name=""/>
        <dsp:cNvSpPr/>
      </dsp:nvSpPr>
      <dsp:spPr>
        <a:xfrm>
          <a:off x="3837711" y="3237512"/>
          <a:ext cx="1237263" cy="43312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err="1" smtClean="0"/>
            <a:t>자주묻는질문</a:t>
          </a:r>
          <a:endParaRPr lang="ko-KR" altLang="en-US" sz="1000" b="1" kern="1200" dirty="0"/>
        </a:p>
      </dsp:txBody>
      <dsp:txXfrm>
        <a:off x="3837711" y="3237512"/>
        <a:ext cx="1237263" cy="433128"/>
      </dsp:txXfrm>
    </dsp:sp>
    <dsp:sp modelId="{C129B130-CB72-48A1-8C04-9B813D6E1D59}">
      <dsp:nvSpPr>
        <dsp:cNvPr id="0" name=""/>
        <dsp:cNvSpPr/>
      </dsp:nvSpPr>
      <dsp:spPr>
        <a:xfrm>
          <a:off x="3837711" y="3930466"/>
          <a:ext cx="1237263" cy="433128"/>
        </a:xfrm>
        <a:prstGeom prst="rect">
          <a:avLst/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1" kern="1200" dirty="0" smtClean="0"/>
            <a:t>건의사항</a:t>
          </a:r>
          <a:endParaRPr lang="ko-KR" altLang="en-US" sz="1200" b="1" kern="1200" dirty="0"/>
        </a:p>
      </dsp:txBody>
      <dsp:txXfrm>
        <a:off x="3837711" y="3930466"/>
        <a:ext cx="1237263" cy="433128"/>
      </dsp:txXfrm>
    </dsp:sp>
    <dsp:sp modelId="{D4EBC231-D986-4035-9124-09D8F735CBBA}">
      <dsp:nvSpPr>
        <dsp:cNvPr id="0" name=""/>
        <dsp:cNvSpPr/>
      </dsp:nvSpPr>
      <dsp:spPr>
        <a:xfrm>
          <a:off x="2013316" y="576064"/>
          <a:ext cx="1237263" cy="32275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위생교육안내</a:t>
          </a:r>
          <a:endParaRPr lang="ko-KR" altLang="en-US" sz="1000" b="1" kern="1200" dirty="0"/>
        </a:p>
      </dsp:txBody>
      <dsp:txXfrm>
        <a:off x="2013316" y="576064"/>
        <a:ext cx="1237263" cy="322758"/>
      </dsp:txXfrm>
    </dsp:sp>
    <dsp:sp modelId="{6DABD23B-8095-420A-AA5E-A5B19743AE21}">
      <dsp:nvSpPr>
        <dsp:cNvPr id="0" name=""/>
        <dsp:cNvSpPr/>
      </dsp:nvSpPr>
      <dsp:spPr>
        <a:xfrm>
          <a:off x="2322632" y="1158649"/>
          <a:ext cx="1237263" cy="433128"/>
        </a:xfrm>
        <a:prstGeom prst="rect">
          <a:avLst/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800" b="1" kern="1200" dirty="0" err="1" smtClean="0"/>
            <a:t>마이페이지</a:t>
          </a:r>
          <a:endParaRPr lang="ko-KR" altLang="en-US" sz="800" b="1" kern="1200" dirty="0"/>
        </a:p>
      </dsp:txBody>
      <dsp:txXfrm>
        <a:off x="2322632" y="1158649"/>
        <a:ext cx="1237263" cy="433128"/>
      </dsp:txXfrm>
    </dsp:sp>
    <dsp:sp modelId="{936E507B-C5BD-4BF3-B511-384CEB0FC46D}">
      <dsp:nvSpPr>
        <dsp:cNvPr id="0" name=""/>
        <dsp:cNvSpPr/>
      </dsp:nvSpPr>
      <dsp:spPr>
        <a:xfrm>
          <a:off x="2322632" y="1851603"/>
          <a:ext cx="1237263" cy="43312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자료실</a:t>
          </a:r>
          <a:endParaRPr lang="ko-KR" altLang="en-US" sz="1000" b="1" kern="1200" dirty="0"/>
        </a:p>
      </dsp:txBody>
      <dsp:txXfrm>
        <a:off x="2322632" y="1851603"/>
        <a:ext cx="1237263" cy="433128"/>
      </dsp:txXfrm>
    </dsp:sp>
    <dsp:sp modelId="{EF3F9CB6-D00F-4BDC-ADE7-F7F6BA260C3F}">
      <dsp:nvSpPr>
        <dsp:cNvPr id="0" name=""/>
        <dsp:cNvSpPr/>
      </dsp:nvSpPr>
      <dsp:spPr>
        <a:xfrm>
          <a:off x="2322632" y="2544557"/>
          <a:ext cx="1237263" cy="43312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err="1" smtClean="0"/>
            <a:t>자주묻는질문</a:t>
          </a:r>
          <a:endParaRPr lang="ko-KR" altLang="en-US" sz="1000" b="1" kern="1200" dirty="0"/>
        </a:p>
      </dsp:txBody>
      <dsp:txXfrm>
        <a:off x="2322632" y="2544557"/>
        <a:ext cx="1237263" cy="433128"/>
      </dsp:txXfrm>
    </dsp:sp>
    <dsp:sp modelId="{0F493370-B62B-4E3D-AA11-99D1555AF17F}">
      <dsp:nvSpPr>
        <dsp:cNvPr id="0" name=""/>
        <dsp:cNvSpPr/>
      </dsp:nvSpPr>
      <dsp:spPr>
        <a:xfrm>
          <a:off x="2322632" y="3237512"/>
          <a:ext cx="1237263" cy="433128"/>
        </a:xfrm>
        <a:prstGeom prst="rect">
          <a:avLst/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1" kern="1200" dirty="0" smtClean="0"/>
            <a:t>교육신청</a:t>
          </a:r>
          <a:endParaRPr lang="ko-KR" altLang="en-US" sz="1200" b="1" kern="1200" dirty="0"/>
        </a:p>
      </dsp:txBody>
      <dsp:txXfrm>
        <a:off x="2322632" y="3237512"/>
        <a:ext cx="1237263" cy="433128"/>
      </dsp:txXfrm>
    </dsp:sp>
    <dsp:sp modelId="{C3858801-D010-4F3C-8105-974F416BA0F4}">
      <dsp:nvSpPr>
        <dsp:cNvPr id="0" name=""/>
        <dsp:cNvSpPr/>
      </dsp:nvSpPr>
      <dsp:spPr>
        <a:xfrm>
          <a:off x="2322632" y="3930466"/>
          <a:ext cx="1237263" cy="433128"/>
        </a:xfrm>
        <a:prstGeom prst="rect">
          <a:avLst/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1" kern="1200" dirty="0" smtClean="0"/>
            <a:t>영수증</a:t>
          </a:r>
          <a:r>
            <a:rPr lang="en-US" altLang="ko-KR" sz="1200" b="1" kern="1200" dirty="0" smtClean="0"/>
            <a:t>/</a:t>
          </a:r>
          <a:r>
            <a:rPr lang="ko-KR" altLang="en-US" sz="1200" b="1" kern="1200" dirty="0" smtClean="0"/>
            <a:t>전표출력</a:t>
          </a:r>
          <a:endParaRPr lang="ko-KR" altLang="en-US" sz="1200" b="1" kern="1200" dirty="0"/>
        </a:p>
      </dsp:txBody>
      <dsp:txXfrm>
        <a:off x="2322632" y="3930466"/>
        <a:ext cx="1237263" cy="433128"/>
      </dsp:txXfrm>
    </dsp:sp>
    <dsp:sp modelId="{F1F46574-ACBA-44C6-8442-42C64598B51A}">
      <dsp:nvSpPr>
        <dsp:cNvPr id="0" name=""/>
        <dsp:cNvSpPr/>
      </dsp:nvSpPr>
      <dsp:spPr>
        <a:xfrm>
          <a:off x="2322632" y="4623421"/>
          <a:ext cx="1237263" cy="433128"/>
        </a:xfrm>
        <a:prstGeom prst="rect">
          <a:avLst/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1" kern="1200" dirty="0" smtClean="0"/>
            <a:t>교육수강</a:t>
          </a:r>
          <a:endParaRPr lang="ko-KR" altLang="en-US" sz="1200" b="1" kern="1200" dirty="0"/>
        </a:p>
      </dsp:txBody>
      <dsp:txXfrm>
        <a:off x="2322632" y="4623421"/>
        <a:ext cx="1237263" cy="433128"/>
      </dsp:txXfrm>
    </dsp:sp>
    <dsp:sp modelId="{D9CA4F18-72A0-40B7-9F29-42CB1B32C08B}">
      <dsp:nvSpPr>
        <dsp:cNvPr id="0" name=""/>
        <dsp:cNvSpPr/>
      </dsp:nvSpPr>
      <dsp:spPr>
        <a:xfrm>
          <a:off x="5116287" y="585344"/>
          <a:ext cx="1237263" cy="32275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정보센터</a:t>
          </a:r>
          <a:endParaRPr lang="ko-KR" altLang="en-US" sz="1000" b="1" kern="1200" dirty="0"/>
        </a:p>
      </dsp:txBody>
      <dsp:txXfrm>
        <a:off x="5116287" y="585344"/>
        <a:ext cx="1237263" cy="322758"/>
      </dsp:txXfrm>
    </dsp:sp>
    <dsp:sp modelId="{06FC6233-25AD-4F19-85A1-30C714EF04A1}">
      <dsp:nvSpPr>
        <dsp:cNvPr id="0" name=""/>
        <dsp:cNvSpPr/>
      </dsp:nvSpPr>
      <dsp:spPr>
        <a:xfrm>
          <a:off x="5425603" y="1167928"/>
          <a:ext cx="1237263" cy="44308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800" b="1" kern="1200" dirty="0" smtClean="0"/>
            <a:t>공개자료실</a:t>
          </a:r>
          <a:endParaRPr lang="ko-KR" altLang="en-US" sz="800" b="1" kern="1200" dirty="0"/>
        </a:p>
      </dsp:txBody>
      <dsp:txXfrm>
        <a:off x="5425603" y="1167928"/>
        <a:ext cx="1237263" cy="443088"/>
      </dsp:txXfrm>
    </dsp:sp>
    <dsp:sp modelId="{16FC4B19-6C1B-40A9-9E85-3DE368D56B40}">
      <dsp:nvSpPr>
        <dsp:cNvPr id="0" name=""/>
        <dsp:cNvSpPr/>
      </dsp:nvSpPr>
      <dsp:spPr>
        <a:xfrm>
          <a:off x="5425603" y="1870842"/>
          <a:ext cx="1237263" cy="44308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err="1" smtClean="0"/>
            <a:t>표준도급비산출표</a:t>
          </a:r>
          <a:endParaRPr lang="ko-KR" altLang="en-US" sz="1000" b="1" kern="1200" dirty="0"/>
        </a:p>
      </dsp:txBody>
      <dsp:txXfrm>
        <a:off x="5425603" y="1870842"/>
        <a:ext cx="1237263" cy="443088"/>
      </dsp:txXfrm>
    </dsp:sp>
    <dsp:sp modelId="{F648AF78-261B-4403-AE1C-4E5E75F33C7A}">
      <dsp:nvSpPr>
        <dsp:cNvPr id="0" name=""/>
        <dsp:cNvSpPr/>
      </dsp:nvSpPr>
      <dsp:spPr>
        <a:xfrm>
          <a:off x="5425603" y="2573757"/>
          <a:ext cx="1237263" cy="44308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구인</a:t>
          </a:r>
          <a:r>
            <a:rPr lang="en-US" altLang="ko-KR" sz="1000" b="1" kern="1200" dirty="0" smtClean="0"/>
            <a:t>&amp;</a:t>
          </a:r>
          <a:r>
            <a:rPr lang="ko-KR" altLang="en-US" sz="1000" b="1" kern="1200" dirty="0" smtClean="0"/>
            <a:t>구직</a:t>
          </a:r>
          <a:endParaRPr lang="ko-KR" altLang="en-US" sz="1000" b="1" kern="1200" dirty="0"/>
        </a:p>
      </dsp:txBody>
      <dsp:txXfrm>
        <a:off x="5425603" y="2573757"/>
        <a:ext cx="1237263" cy="443088"/>
      </dsp:txXfrm>
    </dsp:sp>
    <dsp:sp modelId="{B257B077-EE45-4A95-9C24-B7D8C28D5735}">
      <dsp:nvSpPr>
        <dsp:cNvPr id="0" name=""/>
        <dsp:cNvSpPr/>
      </dsp:nvSpPr>
      <dsp:spPr>
        <a:xfrm>
          <a:off x="5425603" y="3276671"/>
          <a:ext cx="1237263" cy="1068482"/>
        </a:xfrm>
        <a:prstGeom prst="rect">
          <a:avLst/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회원정보</a:t>
          </a:r>
          <a:endParaRPr lang="en-US" altLang="ko-KR" sz="1000" b="1" kern="1200" dirty="0" smtClean="0"/>
        </a:p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000" b="1" kern="1200" dirty="0" smtClean="0"/>
            <a:t>-</a:t>
          </a:r>
          <a:r>
            <a:rPr lang="ko-KR" altLang="en-US" sz="1000" b="1" kern="1200" dirty="0" err="1" smtClean="0"/>
            <a:t>회원사</a:t>
          </a:r>
          <a:r>
            <a:rPr lang="ko-KR" altLang="en-US" sz="1000" b="1" kern="1200" dirty="0" smtClean="0"/>
            <a:t> 검색</a:t>
          </a:r>
          <a:endParaRPr lang="en-US" altLang="ko-KR" sz="1000" b="1" kern="1200" dirty="0" smtClean="0"/>
        </a:p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000" b="1" kern="1200" dirty="0" smtClean="0"/>
            <a:t>-</a:t>
          </a:r>
          <a:r>
            <a:rPr lang="ko-KR" altLang="en-US" sz="1000" b="1" kern="1200" dirty="0" smtClean="0"/>
            <a:t>회비 납부내역</a:t>
          </a:r>
          <a:endParaRPr lang="en-US" altLang="ko-KR" sz="1000" b="1" kern="1200" dirty="0" smtClean="0"/>
        </a:p>
      </dsp:txBody>
      <dsp:txXfrm>
        <a:off x="5425603" y="3276671"/>
        <a:ext cx="1237263" cy="1068482"/>
      </dsp:txXfrm>
    </dsp:sp>
    <dsp:sp modelId="{B59CBF40-D26E-4B38-A962-C2615EA53172}">
      <dsp:nvSpPr>
        <dsp:cNvPr id="0" name=""/>
        <dsp:cNvSpPr/>
      </dsp:nvSpPr>
      <dsp:spPr>
        <a:xfrm>
          <a:off x="6613376" y="585344"/>
          <a:ext cx="1237263" cy="32275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공통</a:t>
          </a:r>
          <a:endParaRPr lang="ko-KR" altLang="en-US" sz="1000" b="1" kern="1200" dirty="0"/>
        </a:p>
      </dsp:txBody>
      <dsp:txXfrm>
        <a:off x="6613376" y="585344"/>
        <a:ext cx="1237263" cy="322758"/>
      </dsp:txXfrm>
    </dsp:sp>
    <dsp:sp modelId="{18CAE764-F8CB-4ED0-AEAE-B90700E77585}">
      <dsp:nvSpPr>
        <dsp:cNvPr id="0" name=""/>
        <dsp:cNvSpPr/>
      </dsp:nvSpPr>
      <dsp:spPr>
        <a:xfrm>
          <a:off x="6922692" y="1167928"/>
          <a:ext cx="1237263" cy="3350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로그인</a:t>
          </a:r>
          <a:endParaRPr lang="ko-KR" altLang="en-US" sz="1000" b="1" kern="1200" dirty="0"/>
        </a:p>
      </dsp:txBody>
      <dsp:txXfrm>
        <a:off x="6922692" y="1167928"/>
        <a:ext cx="1237263" cy="335044"/>
      </dsp:txXfrm>
    </dsp:sp>
    <dsp:sp modelId="{01AF4ABD-3825-449F-9471-B3CD0601241E}">
      <dsp:nvSpPr>
        <dsp:cNvPr id="0" name=""/>
        <dsp:cNvSpPr/>
      </dsp:nvSpPr>
      <dsp:spPr>
        <a:xfrm>
          <a:off x="6922692" y="1762798"/>
          <a:ext cx="1237263" cy="3350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err="1" smtClean="0"/>
            <a:t>아이디찾기</a:t>
          </a:r>
          <a:endParaRPr lang="ko-KR" altLang="en-US" sz="1000" b="1" kern="1200" dirty="0"/>
        </a:p>
      </dsp:txBody>
      <dsp:txXfrm>
        <a:off x="6922692" y="1762798"/>
        <a:ext cx="1237263" cy="335044"/>
      </dsp:txXfrm>
    </dsp:sp>
    <dsp:sp modelId="{E5EE11FE-06E5-4576-8F94-2A6F6DA74500}">
      <dsp:nvSpPr>
        <dsp:cNvPr id="0" name=""/>
        <dsp:cNvSpPr/>
      </dsp:nvSpPr>
      <dsp:spPr>
        <a:xfrm>
          <a:off x="6922692" y="2357669"/>
          <a:ext cx="1237263" cy="3350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err="1" smtClean="0"/>
            <a:t>비밀번호찾기</a:t>
          </a:r>
          <a:endParaRPr lang="ko-KR" altLang="en-US" sz="1000" b="1" kern="1200" dirty="0"/>
        </a:p>
      </dsp:txBody>
      <dsp:txXfrm>
        <a:off x="6922692" y="2357669"/>
        <a:ext cx="1237263" cy="335044"/>
      </dsp:txXfrm>
    </dsp:sp>
    <dsp:sp modelId="{7D58B846-BD6A-4C66-9C6D-86017812B36E}">
      <dsp:nvSpPr>
        <dsp:cNvPr id="0" name=""/>
        <dsp:cNvSpPr/>
      </dsp:nvSpPr>
      <dsp:spPr>
        <a:xfrm>
          <a:off x="6922692" y="2952539"/>
          <a:ext cx="1237263" cy="3350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회원가입</a:t>
          </a:r>
          <a:endParaRPr lang="ko-KR" altLang="en-US" sz="1000" b="1" kern="1200" dirty="0"/>
        </a:p>
      </dsp:txBody>
      <dsp:txXfrm>
        <a:off x="6922692" y="2952539"/>
        <a:ext cx="1237263" cy="335044"/>
      </dsp:txXfrm>
    </dsp:sp>
    <dsp:sp modelId="{82E6F445-67DD-4ED6-97AC-E9F9BAC65A11}">
      <dsp:nvSpPr>
        <dsp:cNvPr id="0" name=""/>
        <dsp:cNvSpPr/>
      </dsp:nvSpPr>
      <dsp:spPr>
        <a:xfrm>
          <a:off x="6922692" y="3547409"/>
          <a:ext cx="1237263" cy="3350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b="1" kern="1200" dirty="0" smtClean="0"/>
            <a:t>이용약관</a:t>
          </a:r>
          <a:endParaRPr lang="ko-KR" altLang="en-US" sz="1000" b="1" kern="1200" dirty="0"/>
        </a:p>
      </dsp:txBody>
      <dsp:txXfrm>
        <a:off x="6922692" y="3547409"/>
        <a:ext cx="1237263" cy="335044"/>
      </dsp:txXfrm>
    </dsp:sp>
    <dsp:sp modelId="{97A6713E-B17A-4D51-9F08-C13298773044}">
      <dsp:nvSpPr>
        <dsp:cNvPr id="0" name=""/>
        <dsp:cNvSpPr/>
      </dsp:nvSpPr>
      <dsp:spPr>
        <a:xfrm>
          <a:off x="6922692" y="4142280"/>
          <a:ext cx="1237263" cy="3350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1" kern="1200" dirty="0" smtClean="0"/>
            <a:t>개인정보처리방침</a:t>
          </a:r>
          <a:endParaRPr lang="ko-KR" altLang="en-US" sz="1200" b="1" kern="1200" dirty="0"/>
        </a:p>
      </dsp:txBody>
      <dsp:txXfrm>
        <a:off x="6922692" y="4142280"/>
        <a:ext cx="1237263" cy="335044"/>
      </dsp:txXfrm>
    </dsp:sp>
    <dsp:sp modelId="{57C27319-EFA5-4D87-92D6-51FF18F0A11A}">
      <dsp:nvSpPr>
        <dsp:cNvPr id="0" name=""/>
        <dsp:cNvSpPr/>
      </dsp:nvSpPr>
      <dsp:spPr>
        <a:xfrm>
          <a:off x="6922692" y="4737150"/>
          <a:ext cx="1237263" cy="3350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1" kern="1200" dirty="0" smtClean="0"/>
            <a:t>저작권보호법</a:t>
          </a:r>
          <a:endParaRPr lang="ko-KR" altLang="en-US" sz="1200" b="1" kern="1200" dirty="0"/>
        </a:p>
      </dsp:txBody>
      <dsp:txXfrm>
        <a:off x="6922692" y="4737150"/>
        <a:ext cx="1237263" cy="335044"/>
      </dsp:txXfrm>
    </dsp:sp>
    <dsp:sp modelId="{A4FACCCB-1513-46AC-910A-BC68CF7A9D74}">
      <dsp:nvSpPr>
        <dsp:cNvPr id="0" name=""/>
        <dsp:cNvSpPr/>
      </dsp:nvSpPr>
      <dsp:spPr>
        <a:xfrm>
          <a:off x="6922692" y="5332020"/>
          <a:ext cx="1237263" cy="3350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1" kern="1200" dirty="0" smtClean="0"/>
            <a:t>광고문의</a:t>
          </a:r>
          <a:endParaRPr lang="ko-KR" altLang="en-US" sz="1200" b="1" kern="1200" dirty="0"/>
        </a:p>
      </dsp:txBody>
      <dsp:txXfrm>
        <a:off x="6922692" y="5332020"/>
        <a:ext cx="1237263" cy="335044"/>
      </dsp:txXfrm>
    </dsp:sp>
    <dsp:sp modelId="{4CC23025-EE7D-4ABE-B01C-1B1FF6594997}">
      <dsp:nvSpPr>
        <dsp:cNvPr id="0" name=""/>
        <dsp:cNvSpPr/>
      </dsp:nvSpPr>
      <dsp:spPr>
        <a:xfrm>
          <a:off x="6922692" y="5926891"/>
          <a:ext cx="1237263" cy="3350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b="1" kern="1200" dirty="0" smtClean="0"/>
            <a:t>Contact US</a:t>
          </a:r>
          <a:endParaRPr lang="ko-KR" altLang="en-US" sz="1200" b="1" kern="1200" dirty="0"/>
        </a:p>
      </dsp:txBody>
      <dsp:txXfrm>
        <a:off x="6922692" y="5926891"/>
        <a:ext cx="1237263" cy="3350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09478-1A0D-4D13-8335-0D7632749EB0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BBF0D-31F3-4C63-A1B7-7D417FA6C18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812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800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600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600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8580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800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8693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4495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271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4105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5515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271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8779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8081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8693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8693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5515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1184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8000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443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4105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BBF0D-31F3-4C63-A1B7-7D417FA6C183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006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메인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 userDrawn="1"/>
        </p:nvSpPr>
        <p:spPr>
          <a:xfrm>
            <a:off x="107504" y="321624"/>
            <a:ext cx="8928992" cy="641974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26"/>
          <p:cNvSpPr/>
          <p:nvPr userDrawn="1"/>
        </p:nvSpPr>
        <p:spPr>
          <a:xfrm>
            <a:off x="48244" y="55657"/>
            <a:ext cx="3371628" cy="276999"/>
          </a:xfrm>
          <a:custGeom>
            <a:avLst/>
            <a:gdLst>
              <a:gd name="connsiteX0" fmla="*/ 0 w 2808312"/>
              <a:gd name="connsiteY0" fmla="*/ 0 h 276999"/>
              <a:gd name="connsiteX1" fmla="*/ 2808312 w 2808312"/>
              <a:gd name="connsiteY1" fmla="*/ 0 h 276999"/>
              <a:gd name="connsiteX2" fmla="*/ 2808312 w 2808312"/>
              <a:gd name="connsiteY2" fmla="*/ 276999 h 276999"/>
              <a:gd name="connsiteX3" fmla="*/ 0 w 2808312"/>
              <a:gd name="connsiteY3" fmla="*/ 276999 h 276999"/>
              <a:gd name="connsiteX4" fmla="*/ 0 w 2808312"/>
              <a:gd name="connsiteY4" fmla="*/ 0 h 276999"/>
              <a:gd name="connsiteX0" fmla="*/ 0 w 2932137"/>
              <a:gd name="connsiteY0" fmla="*/ 0 h 276999"/>
              <a:gd name="connsiteX1" fmla="*/ 2932137 w 2932137"/>
              <a:gd name="connsiteY1" fmla="*/ 0 h 276999"/>
              <a:gd name="connsiteX2" fmla="*/ 2808312 w 2932137"/>
              <a:gd name="connsiteY2" fmla="*/ 276999 h 276999"/>
              <a:gd name="connsiteX3" fmla="*/ 0 w 2932137"/>
              <a:gd name="connsiteY3" fmla="*/ 276999 h 276999"/>
              <a:gd name="connsiteX4" fmla="*/ 0 w 2932137"/>
              <a:gd name="connsiteY4" fmla="*/ 0 h 276999"/>
              <a:gd name="connsiteX0" fmla="*/ 0 w 2932137"/>
              <a:gd name="connsiteY0" fmla="*/ 0 h 276999"/>
              <a:gd name="connsiteX1" fmla="*/ 2932137 w 2932137"/>
              <a:gd name="connsiteY1" fmla="*/ 0 h 276999"/>
              <a:gd name="connsiteX2" fmla="*/ 2836887 w 2932137"/>
              <a:gd name="connsiteY2" fmla="*/ 267474 h 276999"/>
              <a:gd name="connsiteX3" fmla="*/ 0 w 2932137"/>
              <a:gd name="connsiteY3" fmla="*/ 276999 h 276999"/>
              <a:gd name="connsiteX4" fmla="*/ 0 w 2932137"/>
              <a:gd name="connsiteY4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2137" h="276999">
                <a:moveTo>
                  <a:pt x="0" y="0"/>
                </a:moveTo>
                <a:lnTo>
                  <a:pt x="2932137" y="0"/>
                </a:lnTo>
                <a:lnTo>
                  <a:pt x="2836887" y="267474"/>
                </a:lnTo>
                <a:lnTo>
                  <a:pt x="0" y="276999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pPr algn="ctr" fontAlgn="base"/>
            <a:endParaRPr lang="en-US" altLang="ko-KR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902896" y="44625"/>
            <a:ext cx="2133600" cy="276999"/>
          </a:xfrm>
        </p:spPr>
        <p:txBody>
          <a:bodyPr/>
          <a:lstStyle/>
          <a:p>
            <a:fld id="{7E23D7BD-FB9F-41C4-981D-B7DD3B52EA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959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기본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 userDrawn="1"/>
        </p:nvSpPr>
        <p:spPr>
          <a:xfrm>
            <a:off x="107504" y="321624"/>
            <a:ext cx="8928992" cy="641974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26"/>
          <p:cNvSpPr/>
          <p:nvPr userDrawn="1"/>
        </p:nvSpPr>
        <p:spPr>
          <a:xfrm>
            <a:off x="48244" y="55657"/>
            <a:ext cx="3371628" cy="276999"/>
          </a:xfrm>
          <a:custGeom>
            <a:avLst/>
            <a:gdLst>
              <a:gd name="connsiteX0" fmla="*/ 0 w 2808312"/>
              <a:gd name="connsiteY0" fmla="*/ 0 h 276999"/>
              <a:gd name="connsiteX1" fmla="*/ 2808312 w 2808312"/>
              <a:gd name="connsiteY1" fmla="*/ 0 h 276999"/>
              <a:gd name="connsiteX2" fmla="*/ 2808312 w 2808312"/>
              <a:gd name="connsiteY2" fmla="*/ 276999 h 276999"/>
              <a:gd name="connsiteX3" fmla="*/ 0 w 2808312"/>
              <a:gd name="connsiteY3" fmla="*/ 276999 h 276999"/>
              <a:gd name="connsiteX4" fmla="*/ 0 w 2808312"/>
              <a:gd name="connsiteY4" fmla="*/ 0 h 276999"/>
              <a:gd name="connsiteX0" fmla="*/ 0 w 2932137"/>
              <a:gd name="connsiteY0" fmla="*/ 0 h 276999"/>
              <a:gd name="connsiteX1" fmla="*/ 2932137 w 2932137"/>
              <a:gd name="connsiteY1" fmla="*/ 0 h 276999"/>
              <a:gd name="connsiteX2" fmla="*/ 2808312 w 2932137"/>
              <a:gd name="connsiteY2" fmla="*/ 276999 h 276999"/>
              <a:gd name="connsiteX3" fmla="*/ 0 w 2932137"/>
              <a:gd name="connsiteY3" fmla="*/ 276999 h 276999"/>
              <a:gd name="connsiteX4" fmla="*/ 0 w 2932137"/>
              <a:gd name="connsiteY4" fmla="*/ 0 h 276999"/>
              <a:gd name="connsiteX0" fmla="*/ 0 w 2932137"/>
              <a:gd name="connsiteY0" fmla="*/ 0 h 276999"/>
              <a:gd name="connsiteX1" fmla="*/ 2932137 w 2932137"/>
              <a:gd name="connsiteY1" fmla="*/ 0 h 276999"/>
              <a:gd name="connsiteX2" fmla="*/ 2836887 w 2932137"/>
              <a:gd name="connsiteY2" fmla="*/ 267474 h 276999"/>
              <a:gd name="connsiteX3" fmla="*/ 0 w 2932137"/>
              <a:gd name="connsiteY3" fmla="*/ 276999 h 276999"/>
              <a:gd name="connsiteX4" fmla="*/ 0 w 2932137"/>
              <a:gd name="connsiteY4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2137" h="276999">
                <a:moveTo>
                  <a:pt x="0" y="0"/>
                </a:moveTo>
                <a:lnTo>
                  <a:pt x="2932137" y="0"/>
                </a:lnTo>
                <a:lnTo>
                  <a:pt x="2836887" y="267474"/>
                </a:lnTo>
                <a:lnTo>
                  <a:pt x="0" y="276999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pPr algn="ctr" fontAlgn="base"/>
            <a:endParaRPr lang="en-US" altLang="ko-KR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902896" y="44625"/>
            <a:ext cx="2133600" cy="276999"/>
          </a:xfrm>
        </p:spPr>
        <p:txBody>
          <a:bodyPr/>
          <a:lstStyle/>
          <a:p>
            <a:fld id="{7E23D7BD-FB9F-41C4-981D-B7DD3B52EA7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46" name="직선 연결선 45"/>
          <p:cNvCxnSpPr/>
          <p:nvPr userDrawn="1"/>
        </p:nvCxnSpPr>
        <p:spPr>
          <a:xfrm>
            <a:off x="6588224" y="332656"/>
            <a:ext cx="0" cy="640871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E9C48-693F-4009-87D0-F4670DD24D06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3D7BD-FB9F-41C4-981D-B7DD3B52EA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49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53.pn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61471" y="6143644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2017.04.15</a:t>
            </a:r>
            <a:endParaRPr lang="ko-KR" alt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7020272" y="608208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한넷데이타시스템</a:t>
            </a:r>
            <a:endParaRPr lang="ko-KR" altLang="en-US" dirty="0"/>
          </a:p>
        </p:txBody>
      </p:sp>
      <p:graphicFrame>
        <p:nvGraphicFramePr>
          <p:cNvPr id="7" name="차트 6"/>
          <p:cNvGraphicFramePr/>
          <p:nvPr>
            <p:extLst>
              <p:ext uri="{D42A27DB-BD31-4B8C-83A1-F6EECF244321}">
                <p14:modId xmlns:p14="http://schemas.microsoft.com/office/powerpoint/2010/main" val="2046102781"/>
              </p:ext>
            </p:extLst>
          </p:nvPr>
        </p:nvGraphicFramePr>
        <p:xfrm>
          <a:off x="1928794" y="1136120"/>
          <a:ext cx="5286412" cy="4110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직사각형 7"/>
          <p:cNvSpPr/>
          <p:nvPr/>
        </p:nvSpPr>
        <p:spPr>
          <a:xfrm>
            <a:off x="3355672" y="2857496"/>
            <a:ext cx="24593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HY헤드라인M" panose="02030600000101010101" pitchFamily="18" charset="-127"/>
              </a:rPr>
              <a:t>협회 홈페이지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4" y="6628102"/>
            <a:ext cx="9143546" cy="2298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사이트맵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2" name="다이어그램 1"/>
          <p:cNvGraphicFramePr/>
          <p:nvPr>
            <p:extLst>
              <p:ext uri="{D42A27DB-BD31-4B8C-83A1-F6EECF244321}">
                <p14:modId xmlns:p14="http://schemas.microsoft.com/office/powerpoint/2010/main" val="2446105665"/>
              </p:ext>
            </p:extLst>
          </p:nvPr>
        </p:nvGraphicFramePr>
        <p:xfrm>
          <a:off x="179512" y="404664"/>
          <a:ext cx="8784976" cy="6264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SUB-LAYOUT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3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437407"/>
              </p:ext>
            </p:extLst>
          </p:nvPr>
        </p:nvGraphicFramePr>
        <p:xfrm>
          <a:off x="6660232" y="404664"/>
          <a:ext cx="2304256" cy="597024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smtClean="0"/>
                        <a:t>가운데 정렬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smtClean="0"/>
                        <a:t>화면크기 </a:t>
                      </a:r>
                      <a:r>
                        <a:rPr lang="en-US" altLang="ko-KR" sz="1000" dirty="0" smtClean="0"/>
                        <a:t>: 1280 * 1024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555957" y="344796"/>
            <a:ext cx="5832648" cy="8696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LNB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55957" y="1214409"/>
            <a:ext cx="5832648" cy="4143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메뉴영</a:t>
            </a:r>
            <a:r>
              <a:rPr lang="ko-KR" altLang="en-US" dirty="0"/>
              <a:t>역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555957" y="1628800"/>
            <a:ext cx="5832648" cy="39604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BODY</a:t>
            </a:r>
            <a:endParaRPr lang="ko-KR" altLang="en-US" dirty="0"/>
          </a:p>
        </p:txBody>
      </p:sp>
      <p:sp>
        <p:nvSpPr>
          <p:cNvPr id="67" name="직사각형 66"/>
          <p:cNvSpPr/>
          <p:nvPr/>
        </p:nvSpPr>
        <p:spPr>
          <a:xfrm>
            <a:off x="555957" y="5591118"/>
            <a:ext cx="5832648" cy="4143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FOOTER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555957" y="1628800"/>
            <a:ext cx="5832648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메뉴펼침레이어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738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메인화면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9" y="332657"/>
            <a:ext cx="6441057" cy="128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93" y="1659193"/>
            <a:ext cx="674340" cy="218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771697" y="1595576"/>
            <a:ext cx="847326" cy="315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tx1"/>
                </a:solidFill>
              </a:rPr>
              <a:t>협회소개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405132" y="1585042"/>
            <a:ext cx="864096" cy="315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tx1"/>
                </a:solidFill>
              </a:rPr>
              <a:t>| </a:t>
            </a:r>
            <a:r>
              <a:rPr lang="ko-KR" altLang="en-US" sz="900" b="1" dirty="0" smtClean="0">
                <a:solidFill>
                  <a:schemeClr val="tx1"/>
                </a:solidFill>
              </a:rPr>
              <a:t>위생교육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988118" y="1585042"/>
            <a:ext cx="1315398" cy="315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tx1"/>
                </a:solidFill>
              </a:rPr>
              <a:t>| </a:t>
            </a:r>
            <a:r>
              <a:rPr lang="ko-KR" altLang="en-US" sz="900" b="1" dirty="0" smtClean="0">
                <a:solidFill>
                  <a:schemeClr val="tx1"/>
                </a:solidFill>
              </a:rPr>
              <a:t>정보센터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054153" y="1572328"/>
            <a:ext cx="1224136" cy="315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tx1"/>
                </a:solidFill>
              </a:rPr>
              <a:t>| </a:t>
            </a:r>
            <a:r>
              <a:rPr lang="ko-KR" altLang="en-US" sz="900" b="1" dirty="0" err="1" smtClean="0">
                <a:solidFill>
                  <a:schemeClr val="tx1"/>
                </a:solidFill>
              </a:rPr>
              <a:t>알림마당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305706" y="1573537"/>
            <a:ext cx="1152128" cy="315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tx1"/>
                </a:solidFill>
              </a:rPr>
              <a:t>| </a:t>
            </a:r>
            <a:r>
              <a:rPr lang="ko-KR" altLang="en-US" sz="900" b="1" dirty="0" smtClean="0">
                <a:solidFill>
                  <a:schemeClr val="tx1"/>
                </a:solidFill>
              </a:rPr>
              <a:t>위생교육안내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216426" y="1979070"/>
            <a:ext cx="2124650" cy="74456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ko-KR" altLang="en-US" sz="1000" b="1" smtClean="0"/>
              <a:t>온라인교육바로가기</a:t>
            </a:r>
            <a:endParaRPr lang="ko-KR" altLang="en-US" sz="1000" b="1" dirty="0"/>
          </a:p>
        </p:txBody>
      </p:sp>
      <p:sp>
        <p:nvSpPr>
          <p:cNvPr id="14" name="직사각형 13"/>
          <p:cNvSpPr/>
          <p:nvPr/>
        </p:nvSpPr>
        <p:spPr>
          <a:xfrm>
            <a:off x="4391566" y="1979070"/>
            <a:ext cx="2124650" cy="73168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/>
              <a:t>교육신청</a:t>
            </a:r>
            <a:endParaRPr lang="ko-KR" altLang="en-US" sz="1400" b="1" dirty="0"/>
          </a:p>
        </p:txBody>
      </p:sp>
      <p:sp>
        <p:nvSpPr>
          <p:cNvPr id="16" name="직사각형 15"/>
          <p:cNvSpPr/>
          <p:nvPr/>
        </p:nvSpPr>
        <p:spPr>
          <a:xfrm>
            <a:off x="2222579" y="3584486"/>
            <a:ext cx="2124650" cy="6820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표준도급비</a:t>
            </a:r>
            <a:endParaRPr lang="ko-KR" altLang="en-US" sz="1400" dirty="0"/>
          </a:p>
        </p:txBody>
      </p:sp>
      <p:sp>
        <p:nvSpPr>
          <p:cNvPr id="19" name="직사각형 18"/>
          <p:cNvSpPr/>
          <p:nvPr/>
        </p:nvSpPr>
        <p:spPr>
          <a:xfrm>
            <a:off x="132304" y="1979070"/>
            <a:ext cx="2019011" cy="9838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2245610" y="2789686"/>
            <a:ext cx="976869" cy="6808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수료증 출력</a:t>
            </a:r>
            <a:endParaRPr lang="ko-KR" altLang="en-US" b="1" dirty="0"/>
          </a:p>
        </p:txBody>
      </p:sp>
      <p:sp>
        <p:nvSpPr>
          <p:cNvPr id="24" name="직사각형 23"/>
          <p:cNvSpPr/>
          <p:nvPr/>
        </p:nvSpPr>
        <p:spPr>
          <a:xfrm>
            <a:off x="3303516" y="2805222"/>
            <a:ext cx="1002190" cy="6808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/>
              <a:t>영수증출력</a:t>
            </a:r>
            <a:endParaRPr lang="en-US" altLang="ko-KR" b="1" dirty="0"/>
          </a:p>
        </p:txBody>
      </p:sp>
      <p:sp>
        <p:nvSpPr>
          <p:cNvPr id="25" name="직사각형 24"/>
          <p:cNvSpPr/>
          <p:nvPr/>
        </p:nvSpPr>
        <p:spPr>
          <a:xfrm>
            <a:off x="126420" y="6258139"/>
            <a:ext cx="6389796" cy="5998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51373" y="2065885"/>
            <a:ext cx="1253759" cy="208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151373" y="2396181"/>
            <a:ext cx="1253759" cy="2085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457509" y="2065885"/>
            <a:ext cx="628391" cy="5388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로그인</a:t>
            </a:r>
            <a:endParaRPr lang="ko-KR" altLang="en-US" sz="1000" dirty="0"/>
          </a:p>
        </p:txBody>
      </p:sp>
      <p:pic>
        <p:nvPicPr>
          <p:cNvPr id="16389" name="Picture 5" descr="http://www.kabm.org/_se/INFO_RECRUIT_COMPANY/201703/20170324181110414547/201703241813436537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6" b="4015"/>
          <a:stretch/>
        </p:blipFill>
        <p:spPr bwMode="auto">
          <a:xfrm>
            <a:off x="4391566" y="2789686"/>
            <a:ext cx="2122093" cy="1629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타원 34"/>
          <p:cNvSpPr/>
          <p:nvPr/>
        </p:nvSpPr>
        <p:spPr>
          <a:xfrm>
            <a:off x="5751528" y="4453091"/>
            <a:ext cx="108012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1</a:t>
            </a:r>
            <a:endParaRPr lang="ko-KR" altLang="en-US" sz="1000" dirty="0"/>
          </a:p>
        </p:txBody>
      </p:sp>
      <p:sp>
        <p:nvSpPr>
          <p:cNvPr id="36" name="타원 35"/>
          <p:cNvSpPr/>
          <p:nvPr/>
        </p:nvSpPr>
        <p:spPr>
          <a:xfrm>
            <a:off x="5903928" y="4458275"/>
            <a:ext cx="108012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2</a:t>
            </a:r>
            <a:endParaRPr lang="ko-KR" altLang="en-US" sz="1000" dirty="0"/>
          </a:p>
        </p:txBody>
      </p:sp>
      <p:sp>
        <p:nvSpPr>
          <p:cNvPr id="37" name="타원 36"/>
          <p:cNvSpPr/>
          <p:nvPr/>
        </p:nvSpPr>
        <p:spPr>
          <a:xfrm>
            <a:off x="6056328" y="4446847"/>
            <a:ext cx="108012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3</a:t>
            </a:r>
            <a:endParaRPr lang="ko-KR" altLang="en-US" sz="1000" dirty="0"/>
          </a:p>
        </p:txBody>
      </p:sp>
      <p:pic>
        <p:nvPicPr>
          <p:cNvPr id="16391" name="Picture 7" descr="교육에 대한 이미지 검색결과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521" y="2056927"/>
            <a:ext cx="504056" cy="65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451521"/>
              </p:ext>
            </p:extLst>
          </p:nvPr>
        </p:nvGraphicFramePr>
        <p:xfrm>
          <a:off x="6660232" y="404664"/>
          <a:ext cx="2304256" cy="597024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smtClean="0"/>
                        <a:t>메인 </a:t>
                      </a:r>
                      <a:r>
                        <a:rPr lang="en-US" altLang="ko-KR" sz="1000" dirty="0" smtClean="0"/>
                        <a:t>GNB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smtClean="0"/>
                        <a:t>메뉴</a:t>
                      </a:r>
                      <a:r>
                        <a:rPr lang="en-US" altLang="ko-KR" sz="1000" dirty="0" smtClean="0"/>
                        <a:t>(</a:t>
                      </a:r>
                      <a:r>
                        <a:rPr lang="ko-KR" altLang="en-US" sz="1000" dirty="0" err="1" smtClean="0"/>
                        <a:t>마우스오버시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ko-KR" altLang="en-US" sz="1000" dirty="0" err="1" smtClean="0"/>
                        <a:t>하위항목펼침</a:t>
                      </a:r>
                      <a:r>
                        <a:rPr lang="en-US" altLang="ko-KR" sz="1000" dirty="0" smtClean="0"/>
                        <a:t>)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후 숨김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후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비밀번호변경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후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MyPage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링크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링크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링크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링크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행사안내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 롤링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이달의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행사일정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배너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푸터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FAQ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자료실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메인화면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" name="직사각형 40"/>
          <p:cNvSpPr/>
          <p:nvPr/>
        </p:nvSpPr>
        <p:spPr>
          <a:xfrm>
            <a:off x="1543555" y="2630000"/>
            <a:ext cx="702055" cy="315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tx1"/>
                </a:solidFill>
              </a:rPr>
              <a:t>회원가입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5496" y="2647547"/>
            <a:ext cx="839296" cy="315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 smtClean="0">
                <a:solidFill>
                  <a:schemeClr val="tx1"/>
                </a:solidFill>
              </a:rPr>
              <a:t>아이디찾기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47589" y="2629538"/>
            <a:ext cx="944091" cy="315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 smtClean="0">
                <a:solidFill>
                  <a:schemeClr val="tx1"/>
                </a:solidFill>
              </a:rPr>
              <a:t>비밀번호찾기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6208728" y="4458275"/>
            <a:ext cx="108012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4</a:t>
            </a:r>
            <a:endParaRPr lang="ko-KR" altLang="en-US" sz="1000" dirty="0"/>
          </a:p>
        </p:txBody>
      </p:sp>
      <p:sp>
        <p:nvSpPr>
          <p:cNvPr id="45" name="타원 44"/>
          <p:cNvSpPr/>
          <p:nvPr/>
        </p:nvSpPr>
        <p:spPr>
          <a:xfrm>
            <a:off x="6367982" y="4451061"/>
            <a:ext cx="108012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5</a:t>
            </a:r>
            <a:endParaRPr lang="ko-KR" altLang="en-US" sz="1000" dirty="0"/>
          </a:p>
        </p:txBody>
      </p:sp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33" y="5676345"/>
            <a:ext cx="6376923" cy="55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6" name="Picture 12" descr="하단카피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7" y="6608179"/>
            <a:ext cx="5876925" cy="2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직사각형 29"/>
          <p:cNvSpPr/>
          <p:nvPr/>
        </p:nvSpPr>
        <p:spPr>
          <a:xfrm>
            <a:off x="161684" y="6309318"/>
            <a:ext cx="1220027" cy="2487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개인정보취급방침</a:t>
            </a:r>
            <a:endParaRPr lang="ko-KR" altLang="en-US" sz="1000" dirty="0"/>
          </a:p>
        </p:txBody>
      </p:sp>
      <p:sp>
        <p:nvSpPr>
          <p:cNvPr id="50" name="직사각형 49"/>
          <p:cNvSpPr/>
          <p:nvPr/>
        </p:nvSpPr>
        <p:spPr>
          <a:xfrm>
            <a:off x="1456198" y="6309317"/>
            <a:ext cx="1220027" cy="2487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이용약관</a:t>
            </a:r>
            <a:endParaRPr lang="ko-KR" altLang="en-US" sz="1000" dirty="0"/>
          </a:p>
        </p:txBody>
      </p:sp>
      <p:sp>
        <p:nvSpPr>
          <p:cNvPr id="51" name="직사각형 50"/>
          <p:cNvSpPr/>
          <p:nvPr/>
        </p:nvSpPr>
        <p:spPr>
          <a:xfrm>
            <a:off x="2759830" y="6309316"/>
            <a:ext cx="1220027" cy="2487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저작권보호법</a:t>
            </a:r>
            <a:endParaRPr lang="ko-KR" altLang="en-US" sz="1000" dirty="0"/>
          </a:p>
        </p:txBody>
      </p:sp>
      <p:sp>
        <p:nvSpPr>
          <p:cNvPr id="52" name="직사각형 51"/>
          <p:cNvSpPr/>
          <p:nvPr/>
        </p:nvSpPr>
        <p:spPr>
          <a:xfrm>
            <a:off x="4057092" y="6309320"/>
            <a:ext cx="1220027" cy="2487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광고문의</a:t>
            </a:r>
            <a:endParaRPr lang="ko-KR" altLang="en-US" sz="1000" dirty="0"/>
          </a:p>
        </p:txBody>
      </p:sp>
      <p:sp>
        <p:nvSpPr>
          <p:cNvPr id="32" name="타원 31"/>
          <p:cNvSpPr/>
          <p:nvPr/>
        </p:nvSpPr>
        <p:spPr>
          <a:xfrm>
            <a:off x="475335" y="1545359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54" name="타원 53"/>
          <p:cNvSpPr/>
          <p:nvPr/>
        </p:nvSpPr>
        <p:spPr>
          <a:xfrm>
            <a:off x="191501" y="1052736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55" name="타원 54"/>
          <p:cNvSpPr/>
          <p:nvPr/>
        </p:nvSpPr>
        <p:spPr>
          <a:xfrm>
            <a:off x="1199867" y="197907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56" name="타원 55"/>
          <p:cNvSpPr/>
          <p:nvPr/>
        </p:nvSpPr>
        <p:spPr>
          <a:xfrm>
            <a:off x="273300" y="2379431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57" name="타원 56"/>
          <p:cNvSpPr/>
          <p:nvPr/>
        </p:nvSpPr>
        <p:spPr>
          <a:xfrm>
            <a:off x="938697" y="2368599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58" name="타원 57"/>
          <p:cNvSpPr/>
          <p:nvPr/>
        </p:nvSpPr>
        <p:spPr>
          <a:xfrm>
            <a:off x="1677698" y="2368599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59" name="타원 58"/>
          <p:cNvSpPr/>
          <p:nvPr/>
        </p:nvSpPr>
        <p:spPr>
          <a:xfrm>
            <a:off x="4003086" y="2485596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60" name="타원 59"/>
          <p:cNvSpPr/>
          <p:nvPr/>
        </p:nvSpPr>
        <p:spPr>
          <a:xfrm>
            <a:off x="6180776" y="247003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8</a:t>
            </a:r>
            <a:endParaRPr lang="ko-KR" altLang="en-US" dirty="0"/>
          </a:p>
        </p:txBody>
      </p:sp>
      <p:sp>
        <p:nvSpPr>
          <p:cNvPr id="61" name="타원 60"/>
          <p:cNvSpPr/>
          <p:nvPr/>
        </p:nvSpPr>
        <p:spPr>
          <a:xfrm>
            <a:off x="4027878" y="3108375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9</a:t>
            </a:r>
            <a:endParaRPr lang="ko-KR" altLang="en-US" dirty="0"/>
          </a:p>
        </p:txBody>
      </p:sp>
      <p:sp>
        <p:nvSpPr>
          <p:cNvPr id="62" name="타원 61"/>
          <p:cNvSpPr/>
          <p:nvPr/>
        </p:nvSpPr>
        <p:spPr>
          <a:xfrm>
            <a:off x="3956220" y="4226036"/>
            <a:ext cx="335440" cy="33245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/>
              <a:t>10</a:t>
            </a:r>
            <a:endParaRPr lang="ko-KR" altLang="en-US" sz="1200" b="1" dirty="0"/>
          </a:p>
        </p:txBody>
      </p:sp>
      <p:sp>
        <p:nvSpPr>
          <p:cNvPr id="63" name="타원 62"/>
          <p:cNvSpPr/>
          <p:nvPr/>
        </p:nvSpPr>
        <p:spPr>
          <a:xfrm>
            <a:off x="5742401" y="3767823"/>
            <a:ext cx="335440" cy="33245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/>
              <a:t>11</a:t>
            </a:r>
            <a:endParaRPr lang="ko-KR" altLang="en-US" sz="1200" b="1" dirty="0"/>
          </a:p>
        </p:txBody>
      </p:sp>
      <p:sp>
        <p:nvSpPr>
          <p:cNvPr id="65" name="타원 64"/>
          <p:cNvSpPr/>
          <p:nvPr/>
        </p:nvSpPr>
        <p:spPr>
          <a:xfrm>
            <a:off x="4640646" y="5861872"/>
            <a:ext cx="335440" cy="33245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/>
              <a:t>13</a:t>
            </a:r>
            <a:endParaRPr lang="ko-KR" altLang="en-US" sz="1200" b="1" dirty="0"/>
          </a:p>
        </p:txBody>
      </p:sp>
      <p:sp>
        <p:nvSpPr>
          <p:cNvPr id="66" name="타원 65"/>
          <p:cNvSpPr/>
          <p:nvPr/>
        </p:nvSpPr>
        <p:spPr>
          <a:xfrm>
            <a:off x="6013056" y="6354633"/>
            <a:ext cx="335440" cy="33245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/>
              <a:t>14</a:t>
            </a:r>
            <a:endParaRPr lang="ko-KR" altLang="en-US" sz="12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501" y="3185621"/>
            <a:ext cx="1820406" cy="14473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7063" y="2957880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*</a:t>
            </a:r>
            <a:r>
              <a:rPr lang="ko-KR" altLang="en-US" sz="1000" dirty="0" err="1" smtClean="0"/>
              <a:t>이달의행사일정</a:t>
            </a:r>
            <a:endParaRPr lang="ko-KR" altLang="en-US" sz="1000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897888"/>
              </p:ext>
            </p:extLst>
          </p:nvPr>
        </p:nvGraphicFramePr>
        <p:xfrm>
          <a:off x="2232775" y="4674450"/>
          <a:ext cx="2108302" cy="923389"/>
        </p:xfrm>
        <a:graphic>
          <a:graphicData uri="http://schemas.openxmlformats.org/drawingml/2006/table">
            <a:tbl>
              <a:tblPr/>
              <a:tblGrid>
                <a:gridCol w="291918"/>
                <a:gridCol w="1075132"/>
                <a:gridCol w="741252"/>
              </a:tblGrid>
              <a:tr h="266749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* FAQ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제목 입니다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….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2017.03.01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011611"/>
              </p:ext>
            </p:extLst>
          </p:nvPr>
        </p:nvGraphicFramePr>
        <p:xfrm>
          <a:off x="4467843" y="4696924"/>
          <a:ext cx="2075960" cy="923389"/>
        </p:xfrm>
        <a:graphic>
          <a:graphicData uri="http://schemas.openxmlformats.org/drawingml/2006/table">
            <a:tbl>
              <a:tblPr/>
              <a:tblGrid>
                <a:gridCol w="287440"/>
                <a:gridCol w="1058639"/>
                <a:gridCol w="729881"/>
              </a:tblGrid>
              <a:tr h="266749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* </a:t>
                      </a:r>
                      <a:r>
                        <a:rPr kumimoji="1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자료실</a:t>
                      </a: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제목 입니다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….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2017.03.01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" name="타원 69"/>
          <p:cNvSpPr/>
          <p:nvPr/>
        </p:nvSpPr>
        <p:spPr>
          <a:xfrm>
            <a:off x="183470" y="4100277"/>
            <a:ext cx="335440" cy="33245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/>
              <a:t>12</a:t>
            </a:r>
            <a:endParaRPr lang="ko-KR" altLang="en-US" sz="1200" b="1" dirty="0"/>
          </a:p>
        </p:txBody>
      </p:sp>
      <p:sp>
        <p:nvSpPr>
          <p:cNvPr id="71" name="타원 70"/>
          <p:cNvSpPr/>
          <p:nvPr/>
        </p:nvSpPr>
        <p:spPr>
          <a:xfrm>
            <a:off x="3303516" y="4605491"/>
            <a:ext cx="335440" cy="33245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/>
              <a:t>15</a:t>
            </a:r>
            <a:endParaRPr lang="ko-KR" altLang="en-US" sz="1200" b="1" dirty="0"/>
          </a:p>
        </p:txBody>
      </p:sp>
      <p:sp>
        <p:nvSpPr>
          <p:cNvPr id="72" name="타원 71"/>
          <p:cNvSpPr/>
          <p:nvPr/>
        </p:nvSpPr>
        <p:spPr>
          <a:xfrm>
            <a:off x="5165214" y="4603044"/>
            <a:ext cx="335440" cy="33245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/>
              <a:t>16</a:t>
            </a:r>
            <a:endParaRPr lang="ko-KR" alt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3762954" y="4705398"/>
            <a:ext cx="6066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mtClean="0"/>
              <a:t>+</a:t>
            </a:r>
            <a:r>
              <a:rPr lang="ko-KR" altLang="en-US" sz="800" smtClean="0"/>
              <a:t>더보기</a:t>
            </a:r>
            <a:endParaRPr lang="ko-KR" altLang="en-US" sz="800"/>
          </a:p>
        </p:txBody>
      </p:sp>
      <p:sp>
        <p:nvSpPr>
          <p:cNvPr id="73" name="TextBox 72"/>
          <p:cNvSpPr txBox="1"/>
          <p:nvPr/>
        </p:nvSpPr>
        <p:spPr>
          <a:xfrm>
            <a:off x="6035442" y="4736145"/>
            <a:ext cx="6066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mtClean="0"/>
              <a:t>+</a:t>
            </a:r>
            <a:r>
              <a:rPr lang="ko-KR" altLang="en-US" sz="800" smtClean="0"/>
              <a:t>더보기</a:t>
            </a:r>
            <a:endParaRPr lang="ko-KR" altLang="en-US" sz="800"/>
          </a:p>
        </p:txBody>
      </p:sp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479259"/>
              </p:ext>
            </p:extLst>
          </p:nvPr>
        </p:nvGraphicFramePr>
        <p:xfrm>
          <a:off x="179511" y="4649524"/>
          <a:ext cx="1995180" cy="923389"/>
        </p:xfrm>
        <a:graphic>
          <a:graphicData uri="http://schemas.openxmlformats.org/drawingml/2006/table">
            <a:tbl>
              <a:tblPr/>
              <a:tblGrid>
                <a:gridCol w="178796"/>
                <a:gridCol w="1075132"/>
                <a:gridCol w="741252"/>
              </a:tblGrid>
              <a:tr h="266749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* </a:t>
                      </a: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공지사항</a:t>
                      </a: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제목 입니다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….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2017.03.01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82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3"/>
          <p:cNvSpPr>
            <a:spLocks noChangeArrowheads="1"/>
          </p:cNvSpPr>
          <p:nvPr/>
        </p:nvSpPr>
        <p:spPr bwMode="auto">
          <a:xfrm>
            <a:off x="2402515" y="1637394"/>
            <a:ext cx="1295400" cy="144463"/>
          </a:xfrm>
          <a:prstGeom prst="rect">
            <a:avLst/>
          </a:prstGeom>
          <a:solidFill>
            <a:schemeClr val="bg1"/>
          </a:solidFill>
          <a:ln w="1270" algn="ctr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7411" name="Rectangle 44"/>
          <p:cNvSpPr>
            <a:spLocks noChangeArrowheads="1"/>
          </p:cNvSpPr>
          <p:nvPr/>
        </p:nvSpPr>
        <p:spPr bwMode="auto">
          <a:xfrm>
            <a:off x="2402515" y="1816782"/>
            <a:ext cx="1295400" cy="144462"/>
          </a:xfrm>
          <a:prstGeom prst="rect">
            <a:avLst/>
          </a:prstGeom>
          <a:solidFill>
            <a:schemeClr val="bg1"/>
          </a:solidFill>
          <a:ln w="1270" algn="ctr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7412" name="AutoShape 45"/>
          <p:cNvSpPr>
            <a:spLocks noChangeArrowheads="1"/>
          </p:cNvSpPr>
          <p:nvPr/>
        </p:nvSpPr>
        <p:spPr bwMode="auto">
          <a:xfrm>
            <a:off x="3805865" y="1637394"/>
            <a:ext cx="609600" cy="323850"/>
          </a:xfrm>
          <a:prstGeom prst="roundRect">
            <a:avLst>
              <a:gd name="adj" fmla="val 16667"/>
            </a:avLst>
          </a:prstGeom>
          <a:solidFill>
            <a:srgbClr val="FFFFDD"/>
          </a:solidFill>
          <a:ln w="1270">
            <a:solidFill>
              <a:srgbClr val="C0C0C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sz="700" b="1">
                <a:solidFill>
                  <a:srgbClr val="4D4D4D"/>
                </a:solidFill>
                <a:latin typeface="돋움" pitchFamily="50" charset="-127"/>
                <a:ea typeface="돋움" pitchFamily="50" charset="-127"/>
              </a:rPr>
              <a:t>로그인</a:t>
            </a:r>
          </a:p>
        </p:txBody>
      </p:sp>
      <p:sp>
        <p:nvSpPr>
          <p:cNvPr id="17413" name="Text Box 46"/>
          <p:cNvSpPr txBox="1">
            <a:spLocks noChangeArrowheads="1"/>
          </p:cNvSpPr>
          <p:nvPr/>
        </p:nvSpPr>
        <p:spPr bwMode="auto">
          <a:xfrm>
            <a:off x="1826253" y="1619932"/>
            <a:ext cx="6540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r>
              <a:rPr lang="ko-KR" altLang="en-US" sz="700">
                <a:latin typeface="돋움" pitchFamily="50" charset="-127"/>
                <a:ea typeface="돋움" pitchFamily="50" charset="-127"/>
              </a:rPr>
              <a:t> 아이디</a:t>
            </a:r>
          </a:p>
          <a:p>
            <a:pPr algn="l" eaLnBrk="1" hangingPunct="1">
              <a:buFontTx/>
              <a:buChar char="•"/>
            </a:pPr>
            <a:r>
              <a:rPr lang="ko-KR" altLang="en-US" sz="700">
                <a:latin typeface="돋움" pitchFamily="50" charset="-127"/>
                <a:ea typeface="돋움" pitchFamily="50" charset="-127"/>
              </a:rPr>
              <a:t> 비밀번호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 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973890" y="2124757"/>
            <a:ext cx="612775" cy="249237"/>
          </a:xfrm>
          <a:prstGeom prst="rect">
            <a:avLst/>
          </a:prstGeom>
          <a:ln w="31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ko-KR" altLang="en-US" sz="800" dirty="0" err="1"/>
              <a:t>아이디찾기</a:t>
            </a:r>
            <a:endParaRPr lang="ko-KR" altLang="en-US" sz="800" dirty="0"/>
          </a:p>
        </p:txBody>
      </p:sp>
      <p:sp>
        <p:nvSpPr>
          <p:cNvPr id="30" name="직사각형 29"/>
          <p:cNvSpPr/>
          <p:nvPr/>
        </p:nvSpPr>
        <p:spPr>
          <a:xfrm>
            <a:off x="2658103" y="2124757"/>
            <a:ext cx="647700" cy="249237"/>
          </a:xfrm>
          <a:prstGeom prst="rect">
            <a:avLst/>
          </a:prstGeom>
          <a:ln w="31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ko-KR" altLang="en-US" sz="800" dirty="0" err="1"/>
              <a:t>비밀번호찾기</a:t>
            </a:r>
            <a:endParaRPr lang="ko-KR" altLang="en-US" sz="800" dirty="0"/>
          </a:p>
        </p:txBody>
      </p:sp>
      <p:sp>
        <p:nvSpPr>
          <p:cNvPr id="31" name="직사각형 30"/>
          <p:cNvSpPr/>
          <p:nvPr/>
        </p:nvSpPr>
        <p:spPr>
          <a:xfrm>
            <a:off x="3377240" y="2116819"/>
            <a:ext cx="1041400" cy="249238"/>
          </a:xfrm>
          <a:prstGeom prst="rect">
            <a:avLst/>
          </a:prstGeom>
          <a:solidFill>
            <a:schemeClr val="accent3"/>
          </a:solidFill>
          <a:ln w="31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ko-KR" altLang="en-US" sz="800" dirty="0" smtClean="0"/>
              <a:t>회원등</a:t>
            </a:r>
            <a:r>
              <a:rPr lang="ko-KR" altLang="en-US" sz="800" dirty="0"/>
              <a:t>록</a:t>
            </a:r>
          </a:p>
        </p:txBody>
      </p:sp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778488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최초 로그인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화면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245787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" name="Oval 350"/>
          <p:cNvSpPr>
            <a:spLocks noChangeArrowheads="1"/>
          </p:cNvSpPr>
          <p:nvPr/>
        </p:nvSpPr>
        <p:spPr bwMode="auto">
          <a:xfrm>
            <a:off x="2258400" y="1538349"/>
            <a:ext cx="179387" cy="179387"/>
          </a:xfrm>
          <a:prstGeom prst="ellipse">
            <a:avLst/>
          </a:prstGeom>
          <a:solidFill>
            <a:srgbClr val="FF0066"/>
          </a:solidFill>
          <a:ln w="1270" algn="ctr">
            <a:solidFill>
              <a:srgbClr val="C0C0C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000" b="1" dirty="0" smtClean="0">
                <a:solidFill>
                  <a:schemeClr val="bg1"/>
                </a:solidFill>
                <a:latin typeface="Tahoma" pitchFamily="34" charset="0"/>
                <a:ea typeface="돋움" pitchFamily="50" charset="-127"/>
              </a:rPr>
              <a:t>1</a:t>
            </a:r>
            <a:endParaRPr lang="en-US" altLang="ko-KR" sz="1000" b="1" dirty="0">
              <a:solidFill>
                <a:schemeClr val="bg1"/>
              </a:solidFill>
              <a:latin typeface="Tahoma" pitchFamily="34" charset="0"/>
              <a:ea typeface="돋움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공통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</a:t>
            </a:r>
            <a:r>
              <a:rPr lang="ko-KR" altLang="en-US" sz="1200" kern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로그인 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636294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 smtClean="0"/>
                        <a:t>SMS</a:t>
                      </a:r>
                      <a:r>
                        <a:rPr lang="ko-KR" altLang="en-US" sz="1000" baseline="0" dirty="0" smtClean="0"/>
                        <a:t>로 아이디 알림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err="1" smtClean="0"/>
                        <a:t>이메일로</a:t>
                      </a:r>
                      <a:r>
                        <a:rPr lang="ko-KR" altLang="en-US" sz="1000" dirty="0" smtClean="0"/>
                        <a:t> 아이디 알림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본인확인 후 아이디 화면 표시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아이디찾기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89347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공통</a:t>
            </a:r>
            <a:r>
              <a:rPr lang="en-US" altLang="ko-KR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아이디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찾기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67"/>
          <a:stretch/>
        </p:blipFill>
        <p:spPr bwMode="auto">
          <a:xfrm>
            <a:off x="682421" y="4797152"/>
            <a:ext cx="5018815" cy="1611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37" y="757849"/>
            <a:ext cx="5049696" cy="2943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97" y="3736341"/>
            <a:ext cx="4955975" cy="1060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048" y="4115678"/>
            <a:ext cx="2515876" cy="2316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오른쪽 화살표 3"/>
          <p:cNvSpPr/>
          <p:nvPr/>
        </p:nvSpPr>
        <p:spPr>
          <a:xfrm>
            <a:off x="4716016" y="5555815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3491880" y="1874717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3" name="타원 22"/>
          <p:cNvSpPr/>
          <p:nvPr/>
        </p:nvSpPr>
        <p:spPr>
          <a:xfrm>
            <a:off x="3491880" y="3212976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24" name="타원 23"/>
          <p:cNvSpPr/>
          <p:nvPr/>
        </p:nvSpPr>
        <p:spPr>
          <a:xfrm>
            <a:off x="3454444" y="5096304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1443311" y="757849"/>
            <a:ext cx="1184473" cy="2228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/>
              <a:t>비밀번호찾</a:t>
            </a:r>
            <a:r>
              <a:rPr lang="ko-KR" altLang="en-US" sz="1000" b="1"/>
              <a:t>기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47014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529299"/>
              </p:ext>
            </p:extLst>
          </p:nvPr>
        </p:nvGraphicFramePr>
        <p:xfrm>
          <a:off x="6660232" y="404664"/>
          <a:ext cx="2304256" cy="3727732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아이디입력 후 다음페이지로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 smtClean="0"/>
                        <a:t>SMS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로 </a:t>
                      </a:r>
                      <a:r>
                        <a:rPr lang="ko-KR" altLang="en-US" sz="1000" baseline="0" dirty="0" err="1" smtClean="0"/>
                        <a:t>임시비밀번호알림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err="1" smtClean="0"/>
                        <a:t>이메일로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ko-KR" altLang="en-US" sz="1000" baseline="0" dirty="0" err="1" smtClean="0"/>
                        <a:t>임시비밀번호</a:t>
                      </a:r>
                      <a:r>
                        <a:rPr lang="ko-KR" altLang="en-US" sz="1000" dirty="0" err="1" smtClean="0"/>
                        <a:t>알림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본인확인 후 임시비밀번호 화면 표시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비밀번호찾기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281456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공통</a:t>
            </a:r>
            <a:r>
              <a:rPr lang="en-US" altLang="ko-KR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비밀번호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찾기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67"/>
          <a:stretch/>
        </p:blipFill>
        <p:spPr bwMode="auto">
          <a:xfrm>
            <a:off x="683402" y="5187073"/>
            <a:ext cx="4406583" cy="141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오른쪽 화살표 3"/>
          <p:cNvSpPr/>
          <p:nvPr/>
        </p:nvSpPr>
        <p:spPr>
          <a:xfrm>
            <a:off x="4762760" y="5716848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3657496" y="5716848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31"/>
          <a:stretch/>
        </p:blipFill>
        <p:spPr bwMode="auto">
          <a:xfrm>
            <a:off x="682421" y="2365084"/>
            <a:ext cx="4393636" cy="3093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타원 15"/>
          <p:cNvSpPr/>
          <p:nvPr/>
        </p:nvSpPr>
        <p:spPr>
          <a:xfrm>
            <a:off x="3454444" y="2587603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1475343" y="503113"/>
            <a:ext cx="1184473" cy="2228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아이디 찾기</a:t>
            </a:r>
            <a:endParaRPr lang="ko-KR" altLang="en-US" sz="1000" b="1" dirty="0"/>
          </a:p>
        </p:txBody>
      </p:sp>
      <p:sp>
        <p:nvSpPr>
          <p:cNvPr id="18" name="타원 17"/>
          <p:cNvSpPr/>
          <p:nvPr/>
        </p:nvSpPr>
        <p:spPr>
          <a:xfrm>
            <a:off x="3542684" y="3434973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048" y="4220601"/>
            <a:ext cx="2515876" cy="2316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02" y="485776"/>
            <a:ext cx="4329702" cy="1238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타원 24"/>
          <p:cNvSpPr/>
          <p:nvPr/>
        </p:nvSpPr>
        <p:spPr>
          <a:xfrm>
            <a:off x="4208312" y="1368835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6" name="오른쪽 화살표 25"/>
          <p:cNvSpPr/>
          <p:nvPr/>
        </p:nvSpPr>
        <p:spPr>
          <a:xfrm rot="5400000">
            <a:off x="3146640" y="1839224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653" y="1731212"/>
            <a:ext cx="6381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401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780145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약관동의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회원가입목적선택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교육신청 전 필독사항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수강과목 선택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회원기본정보입력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일반회원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일때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바로 이동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회원가입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294299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공통</a:t>
            </a:r>
            <a:r>
              <a:rPr lang="en-US" altLang="ko-KR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회원가입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약관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6804" y="4479080"/>
            <a:ext cx="2880320" cy="14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76672"/>
            <a:ext cx="2893238" cy="3292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529251"/>
            <a:ext cx="3070436" cy="1420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오른쪽 화살표 1"/>
          <p:cNvSpPr/>
          <p:nvPr/>
        </p:nvSpPr>
        <p:spPr>
          <a:xfrm>
            <a:off x="3146284" y="1124744"/>
            <a:ext cx="21602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화살표 10"/>
          <p:cNvSpPr/>
          <p:nvPr/>
        </p:nvSpPr>
        <p:spPr>
          <a:xfrm rot="5400000">
            <a:off x="5242715" y="4095441"/>
            <a:ext cx="386071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화살표 11"/>
          <p:cNvSpPr/>
          <p:nvPr/>
        </p:nvSpPr>
        <p:spPr>
          <a:xfrm rot="10800000">
            <a:off x="3362308" y="5095249"/>
            <a:ext cx="386071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2701035" y="1845992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5" name="타원 14"/>
          <p:cNvSpPr/>
          <p:nvPr/>
        </p:nvSpPr>
        <p:spPr>
          <a:xfrm>
            <a:off x="5548533" y="521418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2962914" y="4872904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446296" y="476672"/>
            <a:ext cx="2925904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3923928" y="764704"/>
            <a:ext cx="796582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일반회원</a:t>
            </a:r>
            <a:endParaRPr lang="ko-KR" altLang="en-US" sz="1000" dirty="0"/>
          </a:p>
        </p:txBody>
      </p:sp>
      <p:sp>
        <p:nvSpPr>
          <p:cNvPr id="22" name="타원 21"/>
          <p:cNvSpPr/>
          <p:nvPr/>
        </p:nvSpPr>
        <p:spPr>
          <a:xfrm>
            <a:off x="5066964" y="764704"/>
            <a:ext cx="796582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교육수강회원</a:t>
            </a:r>
            <a:endParaRPr lang="ko-KR" altLang="en-US" sz="1000" dirty="0"/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7663" y="2213932"/>
            <a:ext cx="2888856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타원 23"/>
          <p:cNvSpPr/>
          <p:nvPr/>
        </p:nvSpPr>
        <p:spPr>
          <a:xfrm>
            <a:off x="5536073" y="3501008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25" name="오른쪽 화살표 24"/>
          <p:cNvSpPr/>
          <p:nvPr/>
        </p:nvSpPr>
        <p:spPr>
          <a:xfrm rot="5400000">
            <a:off x="4954682" y="1907905"/>
            <a:ext cx="386071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4545560" y="1451762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27" name="오른쪽 화살표 26"/>
          <p:cNvSpPr/>
          <p:nvPr/>
        </p:nvSpPr>
        <p:spPr>
          <a:xfrm rot="5400000">
            <a:off x="1786676" y="6070308"/>
            <a:ext cx="386071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오른쪽 화살표 27"/>
          <p:cNvSpPr/>
          <p:nvPr/>
        </p:nvSpPr>
        <p:spPr>
          <a:xfrm rot="7360974">
            <a:off x="1349207" y="2954075"/>
            <a:ext cx="3555185" cy="102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2782596" y="3591896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834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8044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회원가입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상세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962526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공통</a:t>
            </a:r>
            <a:r>
              <a:rPr lang="en-US" altLang="ko-KR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회원가입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정보입력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76672"/>
            <a:ext cx="5832648" cy="601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188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149259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236397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공통</a:t>
            </a:r>
            <a:r>
              <a:rPr lang="en-US" altLang="ko-KR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이용약관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51520" y="54868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이용약관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" y="1052736"/>
            <a:ext cx="5767129" cy="2777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19" y="3933056"/>
            <a:ext cx="5645447" cy="2582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930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304912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758352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공통</a:t>
            </a:r>
            <a:r>
              <a:rPr lang="en-US" altLang="ko-KR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개인정보처리방침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51520" y="54868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개인정보처리방침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" y="1052736"/>
            <a:ext cx="5767129" cy="2777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19" y="3933056"/>
            <a:ext cx="5645447" cy="2582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274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603337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490766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공통</a:t>
            </a:r>
            <a:r>
              <a:rPr lang="en-US" altLang="ko-KR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저작권보호법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51520" y="5486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저작권보호법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" y="1052736"/>
            <a:ext cx="5767129" cy="2777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19" y="3933056"/>
            <a:ext cx="5645447" cy="2582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690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215151"/>
              </p:ext>
            </p:extLst>
          </p:nvPr>
        </p:nvGraphicFramePr>
        <p:xfrm>
          <a:off x="6660232" y="404664"/>
          <a:ext cx="2304256" cy="3727732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광고문의 카테고리 구분이 자동 선택된다</a:t>
                      </a:r>
                      <a:r>
                        <a:rPr lang="en-US" altLang="ko-KR" sz="1000" dirty="0" smtClean="0"/>
                        <a:t>.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347989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공통</a:t>
            </a:r>
            <a:r>
              <a:rPr lang="en-US" altLang="ko-KR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광고문의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76" y="488120"/>
            <a:ext cx="5351864" cy="5359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11576" y="781832"/>
            <a:ext cx="848056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smtClean="0"/>
              <a:t>구분</a:t>
            </a:r>
            <a:endParaRPr lang="ko-KR" altLang="en-US" sz="900"/>
          </a:p>
        </p:txBody>
      </p:sp>
      <p:sp>
        <p:nvSpPr>
          <p:cNvPr id="6" name="직사각형 5"/>
          <p:cNvSpPr/>
          <p:nvPr/>
        </p:nvSpPr>
        <p:spPr>
          <a:xfrm>
            <a:off x="1331640" y="781832"/>
            <a:ext cx="1296144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광고문의</a:t>
            </a:r>
            <a:endParaRPr lang="ko-KR" altLang="en-US" sz="1000"/>
          </a:p>
        </p:txBody>
      </p:sp>
      <p:sp>
        <p:nvSpPr>
          <p:cNvPr id="7" name="이등변 삼각형 6"/>
          <p:cNvSpPr/>
          <p:nvPr/>
        </p:nvSpPr>
        <p:spPr>
          <a:xfrm rot="10800000">
            <a:off x="2483768" y="781832"/>
            <a:ext cx="144016" cy="230832"/>
          </a:xfrm>
          <a:prstGeom prst="triangl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2715820" y="719731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265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32391"/>
              </p:ext>
            </p:extLst>
          </p:nvPr>
        </p:nvGraphicFramePr>
        <p:xfrm>
          <a:off x="6660232" y="404664"/>
          <a:ext cx="2304256" cy="3727732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일반문의 카테고리 구분이 자동 선택된다</a:t>
                      </a:r>
                      <a:r>
                        <a:rPr lang="en-US" altLang="ko-KR" sz="1000" dirty="0" smtClean="0"/>
                        <a:t>.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/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공통</a:t>
            </a:r>
            <a:r>
              <a:rPr lang="en-US" altLang="ko-KR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Contact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US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76" y="488120"/>
            <a:ext cx="5351864" cy="5359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11576" y="781832"/>
            <a:ext cx="848056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smtClean="0"/>
              <a:t>구분</a:t>
            </a:r>
            <a:endParaRPr lang="ko-KR" altLang="en-US" sz="900"/>
          </a:p>
        </p:txBody>
      </p:sp>
      <p:sp>
        <p:nvSpPr>
          <p:cNvPr id="6" name="직사각형 5"/>
          <p:cNvSpPr/>
          <p:nvPr/>
        </p:nvSpPr>
        <p:spPr>
          <a:xfrm>
            <a:off x="1331640" y="781832"/>
            <a:ext cx="1296144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일반문의</a:t>
            </a:r>
            <a:endParaRPr lang="ko-KR" altLang="en-US" sz="1000" dirty="0"/>
          </a:p>
        </p:txBody>
      </p:sp>
      <p:sp>
        <p:nvSpPr>
          <p:cNvPr id="7" name="이등변 삼각형 6"/>
          <p:cNvSpPr/>
          <p:nvPr/>
        </p:nvSpPr>
        <p:spPr>
          <a:xfrm rot="10800000">
            <a:off x="2483768" y="781832"/>
            <a:ext cx="144016" cy="230832"/>
          </a:xfrm>
          <a:prstGeom prst="triangl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2715820" y="719731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81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차트 6"/>
          <p:cNvGraphicFramePr/>
          <p:nvPr>
            <p:extLst>
              <p:ext uri="{D42A27DB-BD31-4B8C-83A1-F6EECF244321}">
                <p14:modId xmlns:p14="http://schemas.microsoft.com/office/powerpoint/2010/main" val="4024307619"/>
              </p:ext>
            </p:extLst>
          </p:nvPr>
        </p:nvGraphicFramePr>
        <p:xfrm>
          <a:off x="1928794" y="1136120"/>
          <a:ext cx="5286412" cy="4110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직사각형 7"/>
          <p:cNvSpPr/>
          <p:nvPr/>
        </p:nvSpPr>
        <p:spPr>
          <a:xfrm>
            <a:off x="3714745" y="2857496"/>
            <a:ext cx="17411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HY헤드라인M" panose="02030600000101010101" pitchFamily="18" charset="-127"/>
              </a:rPr>
              <a:t>협회 소개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4" y="6628102"/>
            <a:ext cx="9143546" cy="2298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696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262046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텍스트방식으로 변경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006687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협회소개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인사말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0242" name="Picture 2" descr="회장인사말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03" y="327138"/>
            <a:ext cx="5161993" cy="605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251520" y="476672"/>
            <a:ext cx="5760640" cy="6048672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5830316" y="5445224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36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729239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텍스트방식으로 변경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537707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협회소개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연혁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798476"/>
            <a:ext cx="4901793" cy="5024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타원 10"/>
          <p:cNvSpPr/>
          <p:nvPr/>
        </p:nvSpPr>
        <p:spPr>
          <a:xfrm>
            <a:off x="4928392" y="5013176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395536" y="1916832"/>
            <a:ext cx="4896544" cy="4608512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62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957113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텍스트방식으로 변경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각 </a:t>
                      </a:r>
                      <a:r>
                        <a:rPr lang="ko-KR" altLang="en-US" sz="1000" dirty="0" err="1" smtClean="0"/>
                        <a:t>지회</a:t>
                      </a:r>
                      <a:r>
                        <a:rPr lang="ko-KR" altLang="en-US" sz="1000" dirty="0" smtClean="0"/>
                        <a:t> 클릭 시 소개내용 보기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각 항목을 아래로 죽 이어서 표현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659066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협회소개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조직도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3314" name="Picture 2" descr="조직도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04" y="878970"/>
            <a:ext cx="2185148" cy="5623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395536" y="4509120"/>
            <a:ext cx="2736304" cy="201622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2949996" y="5013176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8" name="타원 7"/>
          <p:cNvSpPr/>
          <p:nvPr/>
        </p:nvSpPr>
        <p:spPr>
          <a:xfrm>
            <a:off x="1907704" y="378904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3563888" y="1340768"/>
            <a:ext cx="2736304" cy="2088232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Picture 2" descr="c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851"/>
          <a:stretch/>
        </p:blipFill>
        <p:spPr bwMode="auto">
          <a:xfrm>
            <a:off x="3778700" y="1523703"/>
            <a:ext cx="2306680" cy="1650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469" y="3177787"/>
            <a:ext cx="763141" cy="211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모서리가 둥근 직사각형 1"/>
          <p:cNvSpPr/>
          <p:nvPr/>
        </p:nvSpPr>
        <p:spPr>
          <a:xfrm>
            <a:off x="3563888" y="1124744"/>
            <a:ext cx="1224136" cy="1440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임원소개</a:t>
            </a:r>
            <a:endParaRPr lang="ko-KR" altLang="en-US" sz="100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6"/>
          <a:srcRect t="10486"/>
          <a:stretch/>
        </p:blipFill>
        <p:spPr>
          <a:xfrm>
            <a:off x="3370310" y="3975321"/>
            <a:ext cx="3114763" cy="220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48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409209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텍스트방식으로 변경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860381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협회소개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오시는길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6386" name="Picture 2" descr="찾아오시는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88982"/>
            <a:ext cx="4766360" cy="328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타원 9"/>
          <p:cNvSpPr/>
          <p:nvPr/>
        </p:nvSpPr>
        <p:spPr>
          <a:xfrm>
            <a:off x="5000400" y="4673331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38" y="457248"/>
            <a:ext cx="3505099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198868" y="3388982"/>
            <a:ext cx="5093212" cy="3208369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965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621702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smtClean="0"/>
                        <a:t>목록조회 </a:t>
                      </a:r>
                      <a:r>
                        <a:rPr lang="en-US" altLang="ko-KR" sz="1000" dirty="0" smtClean="0"/>
                        <a:t>DB</a:t>
                      </a:r>
                      <a:r>
                        <a:rPr lang="ko-KR" altLang="en-US" sz="1000" smtClean="0"/>
                        <a:t>관리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분류 탭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/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지회및회원사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정회원사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764705"/>
            <a:ext cx="6199459" cy="4968552"/>
          </a:xfrm>
          <a:prstGeom prst="rect">
            <a:avLst/>
          </a:prstGeom>
        </p:spPr>
      </p:pic>
      <p:sp>
        <p:nvSpPr>
          <p:cNvPr id="11" name="타원 10"/>
          <p:cNvSpPr/>
          <p:nvPr/>
        </p:nvSpPr>
        <p:spPr>
          <a:xfrm>
            <a:off x="5292080" y="5357593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36" y="1700808"/>
            <a:ext cx="5895756" cy="371475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539552" y="1793842"/>
            <a:ext cx="792088" cy="175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서울</a:t>
            </a:r>
            <a:endParaRPr lang="ko-KR" altLang="en-US" sz="1000" dirty="0"/>
          </a:p>
        </p:txBody>
      </p:sp>
      <p:sp>
        <p:nvSpPr>
          <p:cNvPr id="15" name="직사각형 14"/>
          <p:cNvSpPr/>
          <p:nvPr/>
        </p:nvSpPr>
        <p:spPr>
          <a:xfrm>
            <a:off x="1469150" y="1793694"/>
            <a:ext cx="792088" cy="175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경기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2415419" y="1793694"/>
            <a:ext cx="792088" cy="175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부산</a:t>
            </a:r>
            <a:r>
              <a:rPr lang="en-US" altLang="ko-KR" sz="1000" dirty="0" smtClean="0"/>
              <a:t>…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3411536" y="1793694"/>
            <a:ext cx="792088" cy="175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충청</a:t>
            </a:r>
            <a:r>
              <a:rPr lang="en-US" altLang="ko-KR" sz="1000" dirty="0" smtClean="0"/>
              <a:t>,</a:t>
            </a:r>
            <a:r>
              <a:rPr lang="ko-KR" altLang="en-US" sz="1000" smtClean="0"/>
              <a:t>대전</a:t>
            </a:r>
            <a:endParaRPr lang="ko-KR" altLang="en-US" sz="1000" dirty="0"/>
          </a:p>
        </p:txBody>
      </p:sp>
      <p:sp>
        <p:nvSpPr>
          <p:cNvPr id="18" name="직사각형 17"/>
          <p:cNvSpPr/>
          <p:nvPr/>
        </p:nvSpPr>
        <p:spPr>
          <a:xfrm>
            <a:off x="4407653" y="1793694"/>
            <a:ext cx="792088" cy="175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….</a:t>
            </a:r>
            <a:endParaRPr lang="ko-KR" altLang="en-US" sz="1000" dirty="0"/>
          </a:p>
        </p:txBody>
      </p:sp>
      <p:sp>
        <p:nvSpPr>
          <p:cNvPr id="21" name="직사각형 20"/>
          <p:cNvSpPr/>
          <p:nvPr/>
        </p:nvSpPr>
        <p:spPr>
          <a:xfrm>
            <a:off x="5353922" y="1793694"/>
            <a:ext cx="792088" cy="175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….</a:t>
            </a:r>
            <a:endParaRPr lang="ko-KR" altLang="en-US" sz="1000" dirty="0"/>
          </a:p>
        </p:txBody>
      </p:sp>
      <p:sp>
        <p:nvSpPr>
          <p:cNvPr id="22" name="타원 21"/>
          <p:cNvSpPr/>
          <p:nvPr/>
        </p:nvSpPr>
        <p:spPr>
          <a:xfrm>
            <a:off x="5083134" y="1905082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9151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차트 6"/>
          <p:cNvGraphicFramePr/>
          <p:nvPr>
            <p:extLst/>
          </p:nvPr>
        </p:nvGraphicFramePr>
        <p:xfrm>
          <a:off x="1928794" y="1136120"/>
          <a:ext cx="5286412" cy="4110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직사각형 7"/>
          <p:cNvSpPr/>
          <p:nvPr/>
        </p:nvSpPr>
        <p:spPr>
          <a:xfrm>
            <a:off x="3415785" y="2857496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HY헤드라인M" panose="02030600000101010101" pitchFamily="18" charset="-127"/>
              </a:rPr>
              <a:t>위생교육안내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4" y="6628102"/>
            <a:ext cx="9143546" cy="2298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26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477411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수강신청</a:t>
                      </a:r>
                      <a:r>
                        <a:rPr lang="ko-KR" altLang="en-US" sz="1000" baseline="0" dirty="0" smtClean="0"/>
                        <a:t> 전 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수강신청 후</a:t>
                      </a:r>
                      <a:endParaRPr lang="ko-KR" altLang="en-US" sz="1000" dirty="0" smtClean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수강종료 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32440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위생교육 </a:t>
            </a:r>
            <a:r>
              <a:rPr lang="en-US" altLang="ko-KR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마이페이지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5251" y="3272892"/>
            <a:ext cx="2448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* </a:t>
            </a:r>
            <a:r>
              <a:rPr lang="ko-KR" altLang="en-US" sz="1200" dirty="0" smtClean="0"/>
              <a:t>학습진행현황</a:t>
            </a:r>
            <a:endParaRPr lang="ko-KR" altLang="en-US" sz="1200" dirty="0"/>
          </a:p>
        </p:txBody>
      </p:sp>
      <p:sp>
        <p:nvSpPr>
          <p:cNvPr id="26" name="오각형 25"/>
          <p:cNvSpPr/>
          <p:nvPr/>
        </p:nvSpPr>
        <p:spPr>
          <a:xfrm>
            <a:off x="294249" y="3729066"/>
            <a:ext cx="648072" cy="249135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1</a:t>
            </a:r>
            <a:r>
              <a:rPr lang="ko-KR" altLang="en-US" sz="1100" dirty="0" smtClean="0"/>
              <a:t>교시</a:t>
            </a:r>
            <a:endParaRPr lang="ko-KR" altLang="en-US" sz="1100" dirty="0"/>
          </a:p>
        </p:txBody>
      </p:sp>
      <p:sp>
        <p:nvSpPr>
          <p:cNvPr id="27" name="오각형 26"/>
          <p:cNvSpPr/>
          <p:nvPr/>
        </p:nvSpPr>
        <p:spPr>
          <a:xfrm>
            <a:off x="942321" y="3734746"/>
            <a:ext cx="648072" cy="249135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2</a:t>
            </a:r>
            <a:r>
              <a:rPr lang="ko-KR" altLang="en-US" sz="1100" dirty="0" smtClean="0"/>
              <a:t>교시</a:t>
            </a:r>
            <a:endParaRPr lang="ko-KR" altLang="en-US" sz="1100" dirty="0"/>
          </a:p>
        </p:txBody>
      </p:sp>
      <p:sp>
        <p:nvSpPr>
          <p:cNvPr id="28" name="오각형 27"/>
          <p:cNvSpPr/>
          <p:nvPr/>
        </p:nvSpPr>
        <p:spPr>
          <a:xfrm>
            <a:off x="1604695" y="3715709"/>
            <a:ext cx="648072" cy="249135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3</a:t>
            </a:r>
            <a:r>
              <a:rPr lang="ko-KR" altLang="en-US" sz="1100" dirty="0" smtClean="0"/>
              <a:t>교시</a:t>
            </a:r>
            <a:endParaRPr lang="ko-KR" altLang="en-US" sz="1100" dirty="0"/>
          </a:p>
        </p:txBody>
      </p:sp>
      <p:sp>
        <p:nvSpPr>
          <p:cNvPr id="29" name="오각형 28"/>
          <p:cNvSpPr/>
          <p:nvPr/>
        </p:nvSpPr>
        <p:spPr>
          <a:xfrm>
            <a:off x="2257011" y="3697828"/>
            <a:ext cx="648072" cy="249135"/>
          </a:xfrm>
          <a:prstGeom prst="homePlat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4</a:t>
            </a:r>
            <a:r>
              <a:rPr lang="ko-KR" altLang="en-US" sz="1100" dirty="0" smtClean="0"/>
              <a:t>교시</a:t>
            </a:r>
            <a:endParaRPr lang="ko-KR" altLang="en-US" sz="1100" dirty="0"/>
          </a:p>
        </p:txBody>
      </p:sp>
      <p:sp>
        <p:nvSpPr>
          <p:cNvPr id="30" name="오각형 29"/>
          <p:cNvSpPr/>
          <p:nvPr/>
        </p:nvSpPr>
        <p:spPr>
          <a:xfrm>
            <a:off x="2907060" y="3689328"/>
            <a:ext cx="648072" cy="249135"/>
          </a:xfrm>
          <a:prstGeom prst="homePlat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5</a:t>
            </a:r>
            <a:r>
              <a:rPr lang="ko-KR" altLang="en-US" sz="1100" dirty="0" smtClean="0"/>
              <a:t>교시</a:t>
            </a:r>
            <a:endParaRPr lang="ko-KR" altLang="en-US" sz="1100" dirty="0"/>
          </a:p>
        </p:txBody>
      </p:sp>
      <p:sp>
        <p:nvSpPr>
          <p:cNvPr id="31" name="오각형 30"/>
          <p:cNvSpPr/>
          <p:nvPr/>
        </p:nvSpPr>
        <p:spPr>
          <a:xfrm>
            <a:off x="3555132" y="3689328"/>
            <a:ext cx="648072" cy="249135"/>
          </a:xfrm>
          <a:prstGeom prst="homePlat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6</a:t>
            </a:r>
            <a:r>
              <a:rPr lang="ko-KR" altLang="en-US" sz="1100" dirty="0" smtClean="0"/>
              <a:t>교시</a:t>
            </a:r>
            <a:endParaRPr lang="ko-KR" altLang="en-US" sz="1100" dirty="0"/>
          </a:p>
        </p:txBody>
      </p:sp>
      <p:sp>
        <p:nvSpPr>
          <p:cNvPr id="35" name="TextBox 34"/>
          <p:cNvSpPr txBox="1"/>
          <p:nvPr/>
        </p:nvSpPr>
        <p:spPr>
          <a:xfrm>
            <a:off x="294249" y="4039151"/>
            <a:ext cx="2448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* </a:t>
            </a:r>
            <a:r>
              <a:rPr lang="ko-KR" altLang="en-US" sz="1200" dirty="0" smtClean="0"/>
              <a:t>강의 유효기간</a:t>
            </a:r>
            <a:endParaRPr lang="ko-KR" altLang="en-US" sz="1200" dirty="0"/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86" y="4793680"/>
            <a:ext cx="49865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오각형 36"/>
          <p:cNvSpPr/>
          <p:nvPr/>
        </p:nvSpPr>
        <p:spPr>
          <a:xfrm>
            <a:off x="355251" y="4316150"/>
            <a:ext cx="749632" cy="32959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2017-04-24 </a:t>
            </a:r>
            <a:r>
              <a:rPr lang="en-US" altLang="ko-KR" sz="800" dirty="0"/>
              <a:t>02:15</a:t>
            </a:r>
            <a:endParaRPr lang="ko-KR" altLang="en-US" sz="800" dirty="0"/>
          </a:p>
        </p:txBody>
      </p:sp>
      <p:sp>
        <p:nvSpPr>
          <p:cNvPr id="38" name="오각형 37"/>
          <p:cNvSpPr/>
          <p:nvPr/>
        </p:nvSpPr>
        <p:spPr>
          <a:xfrm flipH="1">
            <a:off x="2581047" y="4315335"/>
            <a:ext cx="900100" cy="32959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2017-05-07 02:15</a:t>
            </a:r>
            <a:endParaRPr lang="ko-KR" altLang="en-US" sz="800" dirty="0"/>
          </a:p>
        </p:txBody>
      </p:sp>
      <p:sp>
        <p:nvSpPr>
          <p:cNvPr id="39" name="직사각형 38"/>
          <p:cNvSpPr/>
          <p:nvPr/>
        </p:nvSpPr>
        <p:spPr>
          <a:xfrm>
            <a:off x="1506009" y="4316150"/>
            <a:ext cx="760540" cy="3295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12</a:t>
            </a:r>
            <a:r>
              <a:rPr lang="ko-KR" altLang="en-US" sz="800" dirty="0" smtClean="0"/>
              <a:t>일 </a:t>
            </a:r>
            <a:r>
              <a:rPr lang="en-US" altLang="ko-KR" sz="800" dirty="0" smtClean="0"/>
              <a:t>23:41</a:t>
            </a:r>
          </a:p>
          <a:p>
            <a:pPr algn="ctr"/>
            <a:r>
              <a:rPr lang="ko-KR" altLang="en-US" sz="800" dirty="0" smtClean="0"/>
              <a:t>남았습니다</a:t>
            </a:r>
            <a:r>
              <a:rPr lang="en-US" altLang="ko-KR" sz="800" dirty="0" smtClean="0"/>
              <a:t>.</a:t>
            </a:r>
            <a:endParaRPr lang="ko-KR" altLang="en-US" sz="800" dirty="0"/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1163765" y="4480133"/>
            <a:ext cx="329118" cy="8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38" idx="3"/>
            <a:endCxn id="39" idx="3"/>
          </p:cNvCxnSpPr>
          <p:nvPr/>
        </p:nvCxnSpPr>
        <p:spPr>
          <a:xfrm flipH="1">
            <a:off x="2266549" y="4480134"/>
            <a:ext cx="314498" cy="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타원 3"/>
          <p:cNvSpPr/>
          <p:nvPr/>
        </p:nvSpPr>
        <p:spPr>
          <a:xfrm>
            <a:off x="4854690" y="3868583"/>
            <a:ext cx="1131450" cy="11521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교육바로가기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3439" y="476832"/>
            <a:ext cx="597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교육신청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96370" y="914454"/>
            <a:ext cx="32608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책임자교육</a:t>
            </a:r>
            <a:r>
              <a:rPr lang="en-US" altLang="ko-KR" dirty="0" smtClean="0"/>
              <a:t>]</a:t>
            </a:r>
          </a:p>
          <a:p>
            <a:r>
              <a:rPr lang="ko-KR" altLang="en-US" dirty="0" smtClean="0"/>
              <a:t>수강신청기간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- 2017.09.01 ~ 2017.12.31</a:t>
            </a:r>
          </a:p>
          <a:p>
            <a:endParaRPr lang="ko-KR" alt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3279269" y="914453"/>
            <a:ext cx="32608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[</a:t>
            </a:r>
            <a:r>
              <a:rPr lang="ko-KR" altLang="en-US" dirty="0" err="1" smtClean="0"/>
              <a:t>신규개설및승계</a:t>
            </a:r>
            <a:r>
              <a:rPr lang="ko-KR" altLang="en-US" dirty="0" err="1"/>
              <a:t>자</a:t>
            </a:r>
            <a:r>
              <a:rPr lang="ko-KR" altLang="en-US" dirty="0" err="1" smtClean="0"/>
              <a:t>교육</a:t>
            </a:r>
            <a:r>
              <a:rPr lang="en-US" altLang="ko-KR" dirty="0" smtClean="0"/>
              <a:t>]</a:t>
            </a:r>
          </a:p>
          <a:p>
            <a:r>
              <a:rPr lang="ko-KR" altLang="en-US" dirty="0" smtClean="0"/>
              <a:t>수강신청기간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- 2017.09.01 ~ 2017.12.31</a:t>
            </a:r>
          </a:p>
          <a:p>
            <a:endParaRPr lang="ko-KR" altLang="en-US" dirty="0"/>
          </a:p>
        </p:txBody>
      </p:sp>
      <p:sp>
        <p:nvSpPr>
          <p:cNvPr id="70" name="타원 69"/>
          <p:cNvSpPr/>
          <p:nvPr/>
        </p:nvSpPr>
        <p:spPr>
          <a:xfrm>
            <a:off x="618285" y="1909700"/>
            <a:ext cx="1131450" cy="11521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교육신청</a:t>
            </a:r>
            <a:endParaRPr lang="ko-KR" altLang="en-US" dirty="0"/>
          </a:p>
        </p:txBody>
      </p:sp>
      <p:sp>
        <p:nvSpPr>
          <p:cNvPr id="71" name="타원 70"/>
          <p:cNvSpPr/>
          <p:nvPr/>
        </p:nvSpPr>
        <p:spPr>
          <a:xfrm>
            <a:off x="4139952" y="1956166"/>
            <a:ext cx="1131450" cy="11521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교육신청</a:t>
            </a:r>
            <a:endParaRPr lang="ko-KR" altLang="en-US" dirty="0"/>
          </a:p>
        </p:txBody>
      </p:sp>
      <p:sp>
        <p:nvSpPr>
          <p:cNvPr id="72" name="타원 71"/>
          <p:cNvSpPr/>
          <p:nvPr/>
        </p:nvSpPr>
        <p:spPr>
          <a:xfrm>
            <a:off x="940284" y="5661248"/>
            <a:ext cx="945995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영수증출력</a:t>
            </a:r>
            <a:endParaRPr lang="ko-KR" altLang="en-US" dirty="0"/>
          </a:p>
        </p:txBody>
      </p:sp>
      <p:sp>
        <p:nvSpPr>
          <p:cNvPr id="73" name="타원 72"/>
          <p:cNvSpPr/>
          <p:nvPr/>
        </p:nvSpPr>
        <p:spPr>
          <a:xfrm>
            <a:off x="3672691" y="5700191"/>
            <a:ext cx="934521" cy="9691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수료증출력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80800" y="3212976"/>
            <a:ext cx="6100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>
            <a:off x="242205" y="5431539"/>
            <a:ext cx="6100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타원 74"/>
          <p:cNvSpPr/>
          <p:nvPr/>
        </p:nvSpPr>
        <p:spPr>
          <a:xfrm>
            <a:off x="1749735" y="497111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76" name="타원 75"/>
          <p:cNvSpPr/>
          <p:nvPr/>
        </p:nvSpPr>
        <p:spPr>
          <a:xfrm>
            <a:off x="1931579" y="3300166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77" name="타원 76"/>
          <p:cNvSpPr/>
          <p:nvPr/>
        </p:nvSpPr>
        <p:spPr>
          <a:xfrm>
            <a:off x="2118646" y="5661301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198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635835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온라인교육일정</a:t>
                      </a:r>
                      <a:endParaRPr lang="ko-KR" altLang="en-US" sz="1000" dirty="0" smtClean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온라인교육상세</a:t>
                      </a:r>
                      <a:endParaRPr lang="ko-KR" altLang="en-US" sz="1000" dirty="0" smtClean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집체교육일정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집체교육상세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117520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무통장입금 유지여부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교</a:t>
            </a:r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육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신청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교육안내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40" b="28829"/>
          <a:stretch/>
        </p:blipFill>
        <p:spPr bwMode="auto">
          <a:xfrm>
            <a:off x="228727" y="714275"/>
            <a:ext cx="6121730" cy="99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타원 6"/>
          <p:cNvSpPr/>
          <p:nvPr/>
        </p:nvSpPr>
        <p:spPr>
          <a:xfrm>
            <a:off x="2811463" y="121158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27472" y="332656"/>
            <a:ext cx="1778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온라인교육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5591" y="3388350"/>
            <a:ext cx="1778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집체교육</a:t>
            </a:r>
            <a:endParaRPr lang="ko-KR" alt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00" y="3757682"/>
            <a:ext cx="2594867" cy="85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03" y="4869160"/>
            <a:ext cx="5588516" cy="1656184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03" y="1800328"/>
            <a:ext cx="2372319" cy="1513081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타원 13"/>
          <p:cNvSpPr/>
          <p:nvPr/>
        </p:nvSpPr>
        <p:spPr>
          <a:xfrm>
            <a:off x="2413699" y="2556868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1" name="타원 10"/>
          <p:cNvSpPr/>
          <p:nvPr/>
        </p:nvSpPr>
        <p:spPr>
          <a:xfrm>
            <a:off x="5652120" y="1340768"/>
            <a:ext cx="432048" cy="2258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/>
              <a:t>신청</a:t>
            </a:r>
            <a:endParaRPr lang="ko-KR" altLang="en-US" sz="800"/>
          </a:p>
        </p:txBody>
      </p:sp>
    </p:spTree>
    <p:extLst>
      <p:ext uri="{BB962C8B-B14F-4D97-AF65-F5344CB8AC3E}">
        <p14:creationId xmlns:p14="http://schemas.microsoft.com/office/powerpoint/2010/main" val="36128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480119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디자인 스크립트 통일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클릭 시 전자결제 팝업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485788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무통장입금 유지여부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교</a:t>
            </a:r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육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신청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강좌내역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2696"/>
            <a:ext cx="5832648" cy="342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타원 7"/>
          <p:cNvSpPr/>
          <p:nvPr/>
        </p:nvSpPr>
        <p:spPr>
          <a:xfrm>
            <a:off x="1543720" y="3246476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078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656743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수료증출력</a:t>
                      </a:r>
                      <a:endParaRPr lang="ko-KR" altLang="en-US" sz="1000" dirty="0" smtClean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영수증출력</a:t>
                      </a:r>
                      <a:endParaRPr lang="ko-KR" altLang="en-US" sz="1000" dirty="0" smtClean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디자인 스크립트 작업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클릭 시 수강팝업 생성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556419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무통장입금 유지여부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교</a:t>
            </a:r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육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신청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수강이력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46" y="548680"/>
            <a:ext cx="6085248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76872"/>
            <a:ext cx="4242010" cy="4317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타원 9"/>
          <p:cNvSpPr/>
          <p:nvPr/>
        </p:nvSpPr>
        <p:spPr>
          <a:xfrm>
            <a:off x="2811463" y="342900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1" name="타원 10"/>
          <p:cNvSpPr/>
          <p:nvPr/>
        </p:nvSpPr>
        <p:spPr>
          <a:xfrm>
            <a:off x="1333724" y="5661248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2" name="타원 11"/>
          <p:cNvSpPr/>
          <p:nvPr/>
        </p:nvSpPr>
        <p:spPr>
          <a:xfrm>
            <a:off x="5364088" y="1700808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5880176" y="1700808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597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268641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팝업화면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 smtClean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특정시간이 지나야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오픈됨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478657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교육수강 </a:t>
            </a:r>
            <a:r>
              <a:rPr lang="en-US" altLang="ko-KR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강좌수강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15" y="2134124"/>
            <a:ext cx="16287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74"/>
          <a:stretch/>
        </p:blipFill>
        <p:spPr bwMode="auto">
          <a:xfrm>
            <a:off x="1892426" y="2110915"/>
            <a:ext cx="4599233" cy="2830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00" y="542380"/>
            <a:ext cx="1466372" cy="756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직선 연결선 23"/>
          <p:cNvCxnSpPr/>
          <p:nvPr/>
        </p:nvCxnSpPr>
        <p:spPr>
          <a:xfrm>
            <a:off x="233731" y="1628800"/>
            <a:ext cx="62586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916088" y="403882"/>
            <a:ext cx="2448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* </a:t>
            </a:r>
            <a:r>
              <a:rPr lang="ko-KR" altLang="en-US" sz="1200" dirty="0" smtClean="0"/>
              <a:t>학습진행현황</a:t>
            </a:r>
            <a:endParaRPr lang="ko-KR" altLang="en-US" sz="1200" dirty="0"/>
          </a:p>
        </p:txBody>
      </p:sp>
      <p:sp>
        <p:nvSpPr>
          <p:cNvPr id="26" name="오각형 25"/>
          <p:cNvSpPr/>
          <p:nvPr/>
        </p:nvSpPr>
        <p:spPr>
          <a:xfrm>
            <a:off x="2033174" y="712119"/>
            <a:ext cx="648072" cy="249135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1</a:t>
            </a:r>
            <a:r>
              <a:rPr lang="ko-KR" altLang="en-US" sz="1100" dirty="0" smtClean="0"/>
              <a:t>교시</a:t>
            </a:r>
            <a:endParaRPr lang="ko-KR" altLang="en-US" sz="1100" dirty="0"/>
          </a:p>
        </p:txBody>
      </p:sp>
      <p:sp>
        <p:nvSpPr>
          <p:cNvPr id="27" name="오각형 26"/>
          <p:cNvSpPr/>
          <p:nvPr/>
        </p:nvSpPr>
        <p:spPr>
          <a:xfrm>
            <a:off x="2681246" y="717799"/>
            <a:ext cx="648072" cy="249135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2</a:t>
            </a:r>
            <a:r>
              <a:rPr lang="ko-KR" altLang="en-US" sz="1100" dirty="0" smtClean="0"/>
              <a:t>교시</a:t>
            </a:r>
            <a:endParaRPr lang="ko-KR" altLang="en-US" sz="1100" dirty="0"/>
          </a:p>
        </p:txBody>
      </p:sp>
      <p:sp>
        <p:nvSpPr>
          <p:cNvPr id="28" name="오각형 27"/>
          <p:cNvSpPr/>
          <p:nvPr/>
        </p:nvSpPr>
        <p:spPr>
          <a:xfrm>
            <a:off x="3343620" y="698762"/>
            <a:ext cx="648072" cy="249135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3</a:t>
            </a:r>
            <a:r>
              <a:rPr lang="ko-KR" altLang="en-US" sz="1100" dirty="0" smtClean="0"/>
              <a:t>교시</a:t>
            </a:r>
            <a:endParaRPr lang="ko-KR" altLang="en-US" sz="1100" dirty="0"/>
          </a:p>
        </p:txBody>
      </p:sp>
      <p:sp>
        <p:nvSpPr>
          <p:cNvPr id="29" name="오각형 28"/>
          <p:cNvSpPr/>
          <p:nvPr/>
        </p:nvSpPr>
        <p:spPr>
          <a:xfrm>
            <a:off x="3995936" y="680881"/>
            <a:ext cx="648072" cy="249135"/>
          </a:xfrm>
          <a:prstGeom prst="homePlat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4</a:t>
            </a:r>
            <a:r>
              <a:rPr lang="ko-KR" altLang="en-US" sz="1100" dirty="0" smtClean="0"/>
              <a:t>교시</a:t>
            </a:r>
            <a:endParaRPr lang="ko-KR" altLang="en-US" sz="1100" dirty="0"/>
          </a:p>
        </p:txBody>
      </p:sp>
      <p:sp>
        <p:nvSpPr>
          <p:cNvPr id="30" name="오각형 29"/>
          <p:cNvSpPr/>
          <p:nvPr/>
        </p:nvSpPr>
        <p:spPr>
          <a:xfrm>
            <a:off x="4645985" y="672381"/>
            <a:ext cx="648072" cy="249135"/>
          </a:xfrm>
          <a:prstGeom prst="homePlat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5</a:t>
            </a:r>
            <a:r>
              <a:rPr lang="ko-KR" altLang="en-US" sz="1100" dirty="0" smtClean="0"/>
              <a:t>교시</a:t>
            </a:r>
            <a:endParaRPr lang="ko-KR" altLang="en-US" sz="1100" dirty="0"/>
          </a:p>
        </p:txBody>
      </p:sp>
      <p:sp>
        <p:nvSpPr>
          <p:cNvPr id="31" name="오각형 30"/>
          <p:cNvSpPr/>
          <p:nvPr/>
        </p:nvSpPr>
        <p:spPr>
          <a:xfrm>
            <a:off x="5294057" y="672381"/>
            <a:ext cx="648072" cy="249135"/>
          </a:xfrm>
          <a:prstGeom prst="homePlat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6</a:t>
            </a:r>
            <a:r>
              <a:rPr lang="ko-KR" altLang="en-US" sz="1100" dirty="0" smtClean="0"/>
              <a:t>교시</a:t>
            </a:r>
            <a:endParaRPr lang="ko-KR" altLang="en-US" sz="1100" dirty="0"/>
          </a:p>
        </p:txBody>
      </p:sp>
      <p:sp>
        <p:nvSpPr>
          <p:cNvPr id="32" name="한쪽 모서리가 잘린 사각형 31"/>
          <p:cNvSpPr/>
          <p:nvPr/>
        </p:nvSpPr>
        <p:spPr>
          <a:xfrm>
            <a:off x="233730" y="1703021"/>
            <a:ext cx="1141197" cy="360040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강좌보기</a:t>
            </a:r>
            <a:endParaRPr lang="ko-KR" altLang="en-US" sz="1400" dirty="0"/>
          </a:p>
        </p:txBody>
      </p:sp>
      <p:cxnSp>
        <p:nvCxnSpPr>
          <p:cNvPr id="34" name="직선 연결선 33"/>
          <p:cNvCxnSpPr/>
          <p:nvPr/>
        </p:nvCxnSpPr>
        <p:spPr>
          <a:xfrm>
            <a:off x="266564" y="2063061"/>
            <a:ext cx="62586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033174" y="1022204"/>
            <a:ext cx="2448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* </a:t>
            </a:r>
            <a:r>
              <a:rPr lang="ko-KR" altLang="en-US" sz="1200" dirty="0" smtClean="0"/>
              <a:t>강의 유효기간</a:t>
            </a:r>
            <a:endParaRPr lang="ko-KR" altLang="en-US" sz="1200" dirty="0"/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292552"/>
            <a:ext cx="26384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오각형 36"/>
          <p:cNvSpPr/>
          <p:nvPr/>
        </p:nvSpPr>
        <p:spPr>
          <a:xfrm>
            <a:off x="2094176" y="1299203"/>
            <a:ext cx="749632" cy="32959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2017-04-24 </a:t>
            </a:r>
            <a:r>
              <a:rPr lang="en-US" altLang="ko-KR" sz="800" dirty="0"/>
              <a:t>02:15</a:t>
            </a:r>
            <a:endParaRPr lang="ko-KR" altLang="en-US" sz="800" dirty="0"/>
          </a:p>
        </p:txBody>
      </p:sp>
      <p:sp>
        <p:nvSpPr>
          <p:cNvPr id="38" name="오각형 37"/>
          <p:cNvSpPr/>
          <p:nvPr/>
        </p:nvSpPr>
        <p:spPr>
          <a:xfrm flipH="1">
            <a:off x="4319972" y="1298388"/>
            <a:ext cx="900100" cy="32959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2017-05-07 02:15</a:t>
            </a:r>
            <a:endParaRPr lang="ko-KR" altLang="en-US" sz="800" dirty="0"/>
          </a:p>
        </p:txBody>
      </p:sp>
      <p:sp>
        <p:nvSpPr>
          <p:cNvPr id="39" name="직사각형 38"/>
          <p:cNvSpPr/>
          <p:nvPr/>
        </p:nvSpPr>
        <p:spPr>
          <a:xfrm>
            <a:off x="3244934" y="1299203"/>
            <a:ext cx="760540" cy="3295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12</a:t>
            </a:r>
            <a:r>
              <a:rPr lang="ko-KR" altLang="en-US" sz="800" dirty="0" smtClean="0"/>
              <a:t>일 </a:t>
            </a:r>
            <a:r>
              <a:rPr lang="en-US" altLang="ko-KR" sz="800" dirty="0" smtClean="0"/>
              <a:t>23:41</a:t>
            </a:r>
          </a:p>
          <a:p>
            <a:pPr algn="ctr"/>
            <a:r>
              <a:rPr lang="ko-KR" altLang="en-US" sz="800" dirty="0" smtClean="0"/>
              <a:t>남았습니다</a:t>
            </a:r>
            <a:r>
              <a:rPr lang="en-US" altLang="ko-KR" sz="800" dirty="0" smtClean="0"/>
              <a:t>.</a:t>
            </a:r>
            <a:endParaRPr lang="ko-KR" altLang="en-US" sz="800" dirty="0"/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2902690" y="1463186"/>
            <a:ext cx="329118" cy="8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38" idx="3"/>
            <a:endCxn id="39" idx="3"/>
          </p:cNvCxnSpPr>
          <p:nvPr/>
        </p:nvCxnSpPr>
        <p:spPr>
          <a:xfrm flipH="1">
            <a:off x="4005474" y="1463187"/>
            <a:ext cx="314498" cy="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952521" y="5301208"/>
            <a:ext cx="4419679" cy="1161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521" y="2420888"/>
            <a:ext cx="4349181" cy="243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한쪽 모서리가 잘린 사각형 43"/>
          <p:cNvSpPr/>
          <p:nvPr/>
        </p:nvSpPr>
        <p:spPr>
          <a:xfrm>
            <a:off x="1993821" y="5006956"/>
            <a:ext cx="508871" cy="222244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smtClean="0"/>
              <a:t>1</a:t>
            </a:r>
            <a:r>
              <a:rPr lang="ko-KR" altLang="en-US" sz="900" dirty="0" smtClean="0"/>
              <a:t>번</a:t>
            </a:r>
            <a:endParaRPr lang="ko-KR" altLang="en-US" sz="900" dirty="0"/>
          </a:p>
        </p:txBody>
      </p:sp>
      <p:sp>
        <p:nvSpPr>
          <p:cNvPr id="45" name="한쪽 모서리가 잘린 사각형 44"/>
          <p:cNvSpPr/>
          <p:nvPr/>
        </p:nvSpPr>
        <p:spPr>
          <a:xfrm>
            <a:off x="2578852" y="5006956"/>
            <a:ext cx="508871" cy="222244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2</a:t>
            </a:r>
            <a:r>
              <a:rPr lang="ko-KR" altLang="en-US" sz="900" dirty="0" smtClean="0"/>
              <a:t>번</a:t>
            </a:r>
            <a:endParaRPr lang="ko-KR" altLang="en-US" sz="900" dirty="0"/>
          </a:p>
        </p:txBody>
      </p:sp>
      <p:sp>
        <p:nvSpPr>
          <p:cNvPr id="46" name="한쪽 모서리가 잘린 사각형 45"/>
          <p:cNvSpPr/>
          <p:nvPr/>
        </p:nvSpPr>
        <p:spPr>
          <a:xfrm>
            <a:off x="3160560" y="5006956"/>
            <a:ext cx="508871" cy="222244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3</a:t>
            </a:r>
            <a:r>
              <a:rPr lang="ko-KR" altLang="en-US" sz="900" dirty="0" smtClean="0"/>
              <a:t>번</a:t>
            </a:r>
            <a:endParaRPr lang="ko-KR" altLang="en-US" sz="900" dirty="0"/>
          </a:p>
        </p:txBody>
      </p:sp>
      <p:sp>
        <p:nvSpPr>
          <p:cNvPr id="47" name="한쪽 모서리가 잘린 사각형 46"/>
          <p:cNvSpPr/>
          <p:nvPr/>
        </p:nvSpPr>
        <p:spPr>
          <a:xfrm>
            <a:off x="3737256" y="5018317"/>
            <a:ext cx="508871" cy="222244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4</a:t>
            </a:r>
            <a:r>
              <a:rPr lang="ko-KR" altLang="en-US" sz="900" dirty="0" smtClean="0"/>
              <a:t>번</a:t>
            </a:r>
            <a:endParaRPr lang="ko-KR" altLang="en-US" sz="900" dirty="0"/>
          </a:p>
        </p:txBody>
      </p:sp>
      <p:sp>
        <p:nvSpPr>
          <p:cNvPr id="48" name="한쪽 모서리가 잘린 사각형 47"/>
          <p:cNvSpPr/>
          <p:nvPr/>
        </p:nvSpPr>
        <p:spPr>
          <a:xfrm>
            <a:off x="4298680" y="5018317"/>
            <a:ext cx="508871" cy="222244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5</a:t>
            </a:r>
            <a:r>
              <a:rPr lang="ko-KR" altLang="en-US" sz="900" dirty="0" smtClean="0"/>
              <a:t>번</a:t>
            </a:r>
            <a:endParaRPr lang="ko-KR" altLang="en-US" sz="900" dirty="0"/>
          </a:p>
        </p:txBody>
      </p:sp>
      <p:sp>
        <p:nvSpPr>
          <p:cNvPr id="49" name="한쪽 모서리가 잘린 사각형 48"/>
          <p:cNvSpPr/>
          <p:nvPr/>
        </p:nvSpPr>
        <p:spPr>
          <a:xfrm>
            <a:off x="4862216" y="5028227"/>
            <a:ext cx="508871" cy="222244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6</a:t>
            </a:r>
            <a:r>
              <a:rPr lang="ko-KR" altLang="en-US" sz="900" dirty="0" smtClean="0"/>
              <a:t>번</a:t>
            </a:r>
            <a:endParaRPr lang="ko-KR" altLang="en-US" sz="900" dirty="0"/>
          </a:p>
        </p:txBody>
      </p:sp>
      <p:sp>
        <p:nvSpPr>
          <p:cNvPr id="51" name="타원 50"/>
          <p:cNvSpPr/>
          <p:nvPr/>
        </p:nvSpPr>
        <p:spPr>
          <a:xfrm>
            <a:off x="5436249" y="4946175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52" name="사각형: 둥근 모서리 100"/>
          <p:cNvSpPr/>
          <p:nvPr/>
        </p:nvSpPr>
        <p:spPr>
          <a:xfrm>
            <a:off x="5371087" y="6376689"/>
            <a:ext cx="813213" cy="200376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확인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75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856084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 smtClean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 smtClean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427888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무통장입금 유지여부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교</a:t>
            </a:r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육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신청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결제이력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20688"/>
            <a:ext cx="5435751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131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124073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학습자료실 </a:t>
                      </a:r>
                      <a:r>
                        <a:rPr lang="ko-KR" altLang="en-US" sz="1000" dirty="0" smtClean="0"/>
                        <a:t>게시판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목록 클릭 시 하단조회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학습자료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학습지원프로그램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/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위생교육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–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학</a:t>
            </a:r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습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자료실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5508104" y="1295982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t="13585" b="16666"/>
          <a:stretch/>
        </p:blipFill>
        <p:spPr>
          <a:xfrm>
            <a:off x="319950" y="1079957"/>
            <a:ext cx="6062606" cy="301344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t="83140" b="6666"/>
          <a:stretch/>
        </p:blipFill>
        <p:spPr>
          <a:xfrm>
            <a:off x="306016" y="887141"/>
            <a:ext cx="6062606" cy="440432"/>
          </a:xfrm>
          <a:prstGeom prst="rect">
            <a:avLst/>
          </a:prstGeom>
        </p:spPr>
      </p:pic>
      <p:sp>
        <p:nvSpPr>
          <p:cNvPr id="11" name="타원 10"/>
          <p:cNvSpPr/>
          <p:nvPr/>
        </p:nvSpPr>
        <p:spPr>
          <a:xfrm>
            <a:off x="5792558" y="3483899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rcRect b="26382"/>
          <a:stretch/>
        </p:blipFill>
        <p:spPr>
          <a:xfrm>
            <a:off x="345649" y="4286220"/>
            <a:ext cx="6048672" cy="1749585"/>
          </a:xfrm>
          <a:prstGeom prst="rect">
            <a:avLst/>
          </a:prstGeom>
        </p:spPr>
      </p:pic>
      <p:sp>
        <p:nvSpPr>
          <p:cNvPr id="14" name="타원 13"/>
          <p:cNvSpPr/>
          <p:nvPr/>
        </p:nvSpPr>
        <p:spPr>
          <a:xfrm>
            <a:off x="5792558" y="4443395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grpSp>
        <p:nvGrpSpPr>
          <p:cNvPr id="15" name="그룹 14"/>
          <p:cNvGrpSpPr/>
          <p:nvPr/>
        </p:nvGrpSpPr>
        <p:grpSpPr>
          <a:xfrm>
            <a:off x="5569589" y="3971498"/>
            <a:ext cx="809625" cy="323850"/>
            <a:chOff x="4283968" y="5873880"/>
            <a:chExt cx="809625" cy="323850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83968" y="5873880"/>
              <a:ext cx="809625" cy="323850"/>
            </a:xfrm>
            <a:prstGeom prst="rect">
              <a:avLst/>
            </a:prstGeom>
          </p:spPr>
        </p:pic>
        <p:sp>
          <p:nvSpPr>
            <p:cNvPr id="17" name="위쪽 화살표 16"/>
            <p:cNvSpPr/>
            <p:nvPr/>
          </p:nvSpPr>
          <p:spPr>
            <a:xfrm>
              <a:off x="4355976" y="5949280"/>
              <a:ext cx="144016" cy="21602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593726" y="5642337"/>
            <a:ext cx="809625" cy="323850"/>
            <a:chOff x="4283968" y="5873880"/>
            <a:chExt cx="809625" cy="323850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83968" y="5873880"/>
              <a:ext cx="809625" cy="323850"/>
            </a:xfrm>
            <a:prstGeom prst="rect">
              <a:avLst/>
            </a:prstGeom>
          </p:spPr>
        </p:pic>
        <p:sp>
          <p:nvSpPr>
            <p:cNvPr id="22" name="위쪽 화살표 21"/>
            <p:cNvSpPr/>
            <p:nvPr/>
          </p:nvSpPr>
          <p:spPr>
            <a:xfrm>
              <a:off x="4355976" y="5949280"/>
              <a:ext cx="144016" cy="21602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51520" y="517809"/>
            <a:ext cx="1778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학</a:t>
            </a:r>
            <a:r>
              <a:rPr lang="ko-KR" altLang="en-US" dirty="0"/>
              <a:t>습</a:t>
            </a:r>
            <a:r>
              <a:rPr lang="ko-KR" altLang="en-US" dirty="0" smtClean="0"/>
              <a:t>자료실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746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33490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 smtClean="0"/>
                        <a:t>FAQ </a:t>
                      </a:r>
                      <a:r>
                        <a:rPr lang="ko-KR" altLang="en-US" sz="1000" dirty="0" smtClean="0"/>
                        <a:t>전용 게시판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목록 클릭 시 내용 펼침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/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위생교육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– </a:t>
            </a:r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자주묻는질문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t="83140" b="6666"/>
          <a:stretch/>
        </p:blipFill>
        <p:spPr>
          <a:xfrm>
            <a:off x="306016" y="887141"/>
            <a:ext cx="6062606" cy="44043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16" y="498121"/>
            <a:ext cx="6088305" cy="36792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3641" y="487438"/>
            <a:ext cx="141803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600" b="1" dirty="0" err="1" smtClean="0"/>
              <a:t>자주묻는질문</a:t>
            </a:r>
            <a:endParaRPr lang="ko-KR" altLang="en-US" sz="1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36981" y="1377420"/>
            <a:ext cx="559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Q : </a:t>
            </a:r>
            <a:r>
              <a:rPr lang="ko-KR" altLang="en-US" smtClean="0"/>
              <a:t>질문있어요</a:t>
            </a:r>
            <a:r>
              <a:rPr lang="en-US" altLang="ko-KR" dirty="0" smtClean="0"/>
              <a:t>.</a:t>
            </a:r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404256" y="1783737"/>
            <a:ext cx="559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Q : </a:t>
            </a:r>
            <a:r>
              <a:rPr lang="ko-KR" altLang="en-US" smtClean="0"/>
              <a:t>질문있어요</a:t>
            </a:r>
            <a:r>
              <a:rPr lang="en-US" altLang="ko-KR" dirty="0" smtClean="0"/>
              <a:t>.</a:t>
            </a:r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28813" y="2153069"/>
            <a:ext cx="5590253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 : </a:t>
            </a:r>
            <a:r>
              <a:rPr lang="ko-KR" altLang="en-US" smtClean="0"/>
              <a:t>답변했어요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111111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222222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2222222</a:t>
            </a:r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445365" y="3440231"/>
            <a:ext cx="559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Q : </a:t>
            </a:r>
            <a:r>
              <a:rPr lang="ko-KR" altLang="en-US" smtClean="0"/>
              <a:t>질문있어요</a:t>
            </a:r>
            <a:r>
              <a:rPr lang="en-US" altLang="ko-KR" dirty="0" smtClean="0"/>
              <a:t>.</a:t>
            </a:r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2246815" y="1938567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8807" y="4019406"/>
            <a:ext cx="1581150" cy="428625"/>
          </a:xfrm>
          <a:prstGeom prst="rect">
            <a:avLst/>
          </a:prstGeom>
        </p:spPr>
      </p:pic>
      <p:cxnSp>
        <p:nvCxnSpPr>
          <p:cNvPr id="30" name="직선 연결선 29"/>
          <p:cNvCxnSpPr/>
          <p:nvPr/>
        </p:nvCxnSpPr>
        <p:spPr>
          <a:xfrm>
            <a:off x="445365" y="1377420"/>
            <a:ext cx="5773701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445365" y="1783737"/>
            <a:ext cx="5773701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514396" y="3466262"/>
            <a:ext cx="5773701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514396" y="3871969"/>
            <a:ext cx="5773701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79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차트 6"/>
          <p:cNvGraphicFramePr/>
          <p:nvPr>
            <p:extLst/>
          </p:nvPr>
        </p:nvGraphicFramePr>
        <p:xfrm>
          <a:off x="1928794" y="1136120"/>
          <a:ext cx="5286412" cy="4110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직사각형 7"/>
          <p:cNvSpPr/>
          <p:nvPr/>
        </p:nvSpPr>
        <p:spPr>
          <a:xfrm>
            <a:off x="3774856" y="2857496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HY헤드라인M" panose="02030600000101010101" pitchFamily="18" charset="-127"/>
              </a:rPr>
              <a:t>정보센터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4" y="6628102"/>
            <a:ext cx="9143546" cy="2298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748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74827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공개자료실 </a:t>
                      </a:r>
                      <a:r>
                        <a:rPr lang="ko-KR" altLang="en-US" sz="1000" dirty="0" smtClean="0"/>
                        <a:t>게시판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목록 클릭 시 하단조회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법령자료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건물관리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산업안전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/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정보센터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–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공</a:t>
            </a:r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개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자료실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5508104" y="1295982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t="13585" b="16666"/>
          <a:stretch/>
        </p:blipFill>
        <p:spPr>
          <a:xfrm>
            <a:off x="319950" y="1079957"/>
            <a:ext cx="6062606" cy="301344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t="83140" b="6666"/>
          <a:stretch/>
        </p:blipFill>
        <p:spPr>
          <a:xfrm>
            <a:off x="306016" y="887141"/>
            <a:ext cx="6062606" cy="440432"/>
          </a:xfrm>
          <a:prstGeom prst="rect">
            <a:avLst/>
          </a:prstGeom>
        </p:spPr>
      </p:pic>
      <p:sp>
        <p:nvSpPr>
          <p:cNvPr id="11" name="타원 10"/>
          <p:cNvSpPr/>
          <p:nvPr/>
        </p:nvSpPr>
        <p:spPr>
          <a:xfrm>
            <a:off x="5792558" y="3483899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rcRect b="26382"/>
          <a:stretch/>
        </p:blipFill>
        <p:spPr>
          <a:xfrm>
            <a:off x="345649" y="4286220"/>
            <a:ext cx="6048672" cy="1749585"/>
          </a:xfrm>
          <a:prstGeom prst="rect">
            <a:avLst/>
          </a:prstGeom>
        </p:spPr>
      </p:pic>
      <p:sp>
        <p:nvSpPr>
          <p:cNvPr id="14" name="타원 13"/>
          <p:cNvSpPr/>
          <p:nvPr/>
        </p:nvSpPr>
        <p:spPr>
          <a:xfrm>
            <a:off x="5792558" y="4443395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grpSp>
        <p:nvGrpSpPr>
          <p:cNvPr id="15" name="그룹 14"/>
          <p:cNvGrpSpPr/>
          <p:nvPr/>
        </p:nvGrpSpPr>
        <p:grpSpPr>
          <a:xfrm>
            <a:off x="5569589" y="3971498"/>
            <a:ext cx="809625" cy="323850"/>
            <a:chOff x="4283968" y="5873880"/>
            <a:chExt cx="809625" cy="323850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83968" y="5873880"/>
              <a:ext cx="809625" cy="323850"/>
            </a:xfrm>
            <a:prstGeom prst="rect">
              <a:avLst/>
            </a:prstGeom>
          </p:spPr>
        </p:pic>
        <p:sp>
          <p:nvSpPr>
            <p:cNvPr id="17" name="위쪽 화살표 16"/>
            <p:cNvSpPr/>
            <p:nvPr/>
          </p:nvSpPr>
          <p:spPr>
            <a:xfrm>
              <a:off x="4355976" y="5949280"/>
              <a:ext cx="144016" cy="21602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593726" y="5642337"/>
            <a:ext cx="809625" cy="323850"/>
            <a:chOff x="4283968" y="5873880"/>
            <a:chExt cx="809625" cy="323850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83968" y="5873880"/>
              <a:ext cx="809625" cy="323850"/>
            </a:xfrm>
            <a:prstGeom prst="rect">
              <a:avLst/>
            </a:prstGeom>
          </p:spPr>
        </p:pic>
        <p:sp>
          <p:nvSpPr>
            <p:cNvPr id="22" name="위쪽 화살표 21"/>
            <p:cNvSpPr/>
            <p:nvPr/>
          </p:nvSpPr>
          <p:spPr>
            <a:xfrm>
              <a:off x="4355976" y="5949280"/>
              <a:ext cx="144016" cy="21602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51520" y="517809"/>
            <a:ext cx="1778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공개자료실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650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427693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삭제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/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정보센터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– </a:t>
            </a:r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표준도급비산출표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95" y="631962"/>
            <a:ext cx="5059735" cy="5852571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238878" y="5301209"/>
            <a:ext cx="5102452" cy="57606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5384047" y="5352024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458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/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일반자료실 게시판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목록 클릭 시 하단조회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/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정보센터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–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구인구직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5508104" y="1783940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t="13585" b="16666"/>
          <a:stretch/>
        </p:blipFill>
        <p:spPr>
          <a:xfrm>
            <a:off x="319950" y="1567915"/>
            <a:ext cx="6062606" cy="301344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t="83140" b="6666"/>
          <a:stretch/>
        </p:blipFill>
        <p:spPr>
          <a:xfrm>
            <a:off x="306016" y="1375099"/>
            <a:ext cx="6062606" cy="440432"/>
          </a:xfrm>
          <a:prstGeom prst="rect">
            <a:avLst/>
          </a:prstGeom>
        </p:spPr>
      </p:pic>
      <p:sp>
        <p:nvSpPr>
          <p:cNvPr id="11" name="타원 10"/>
          <p:cNvSpPr/>
          <p:nvPr/>
        </p:nvSpPr>
        <p:spPr>
          <a:xfrm>
            <a:off x="5792558" y="3971857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rcRect b="26382"/>
          <a:stretch/>
        </p:blipFill>
        <p:spPr>
          <a:xfrm>
            <a:off x="353430" y="4847767"/>
            <a:ext cx="6048672" cy="1749585"/>
          </a:xfrm>
          <a:prstGeom prst="rect">
            <a:avLst/>
          </a:prstGeom>
        </p:spPr>
      </p:pic>
      <p:sp>
        <p:nvSpPr>
          <p:cNvPr id="14" name="타원 13"/>
          <p:cNvSpPr/>
          <p:nvPr/>
        </p:nvSpPr>
        <p:spPr>
          <a:xfrm>
            <a:off x="5792558" y="5133661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476672"/>
            <a:ext cx="6117102" cy="876376"/>
          </a:xfrm>
          <a:prstGeom prst="rect">
            <a:avLst/>
          </a:prstGeom>
        </p:spPr>
      </p:pic>
      <p:grpSp>
        <p:nvGrpSpPr>
          <p:cNvPr id="15" name="그룹 14"/>
          <p:cNvGrpSpPr/>
          <p:nvPr/>
        </p:nvGrpSpPr>
        <p:grpSpPr>
          <a:xfrm>
            <a:off x="5586865" y="4587056"/>
            <a:ext cx="809625" cy="323850"/>
            <a:chOff x="4283968" y="5873880"/>
            <a:chExt cx="809625" cy="323850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83968" y="5873880"/>
              <a:ext cx="809625" cy="323850"/>
            </a:xfrm>
            <a:prstGeom prst="rect">
              <a:avLst/>
            </a:prstGeom>
          </p:spPr>
        </p:pic>
        <p:sp>
          <p:nvSpPr>
            <p:cNvPr id="17" name="위쪽 화살표 16"/>
            <p:cNvSpPr/>
            <p:nvPr/>
          </p:nvSpPr>
          <p:spPr>
            <a:xfrm>
              <a:off x="4355976" y="5949280"/>
              <a:ext cx="144016" cy="21602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586865" y="6200157"/>
            <a:ext cx="809625" cy="323850"/>
            <a:chOff x="4283968" y="5873880"/>
            <a:chExt cx="809625" cy="323850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83968" y="5873880"/>
              <a:ext cx="809625" cy="323850"/>
            </a:xfrm>
            <a:prstGeom prst="rect">
              <a:avLst/>
            </a:prstGeom>
          </p:spPr>
        </p:pic>
        <p:sp>
          <p:nvSpPr>
            <p:cNvPr id="22" name="위쪽 화살표 21"/>
            <p:cNvSpPr/>
            <p:nvPr/>
          </p:nvSpPr>
          <p:spPr>
            <a:xfrm>
              <a:off x="4355976" y="5949280"/>
              <a:ext cx="144016" cy="21602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453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03431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smtClean="0"/>
                        <a:t>목록조회 </a:t>
                      </a:r>
                      <a:r>
                        <a:rPr lang="en-US" altLang="ko-KR" sz="1000" dirty="0" smtClean="0"/>
                        <a:t>DB</a:t>
                      </a:r>
                      <a:r>
                        <a:rPr lang="ko-KR" altLang="en-US" sz="1000" smtClean="0"/>
                        <a:t>관리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분류 탭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정회원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일반회원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특별회원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/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정보센터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– </a:t>
            </a:r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회원사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검색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t="5596"/>
          <a:stretch/>
        </p:blipFill>
        <p:spPr>
          <a:xfrm>
            <a:off x="311806" y="1042737"/>
            <a:ext cx="6199459" cy="4690520"/>
          </a:xfrm>
          <a:prstGeom prst="rect">
            <a:avLst/>
          </a:prstGeom>
        </p:spPr>
      </p:pic>
      <p:sp>
        <p:nvSpPr>
          <p:cNvPr id="11" name="타원 10"/>
          <p:cNvSpPr/>
          <p:nvPr/>
        </p:nvSpPr>
        <p:spPr>
          <a:xfrm>
            <a:off x="5292080" y="5357593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700808"/>
            <a:ext cx="5895756" cy="371475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458644" y="1793842"/>
            <a:ext cx="792088" cy="175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서울</a:t>
            </a:r>
            <a:endParaRPr lang="ko-KR" altLang="en-US" sz="1000" dirty="0"/>
          </a:p>
        </p:txBody>
      </p:sp>
      <p:sp>
        <p:nvSpPr>
          <p:cNvPr id="15" name="직사각형 14"/>
          <p:cNvSpPr/>
          <p:nvPr/>
        </p:nvSpPr>
        <p:spPr>
          <a:xfrm>
            <a:off x="1388242" y="1793694"/>
            <a:ext cx="792088" cy="175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경기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2334511" y="1793694"/>
            <a:ext cx="792088" cy="175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부산</a:t>
            </a:r>
            <a:r>
              <a:rPr lang="en-US" altLang="ko-KR" sz="1000" dirty="0" smtClean="0"/>
              <a:t>…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3330628" y="1793694"/>
            <a:ext cx="792088" cy="175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충청</a:t>
            </a:r>
            <a:r>
              <a:rPr lang="en-US" altLang="ko-KR" sz="1000" dirty="0" smtClean="0"/>
              <a:t>,</a:t>
            </a:r>
            <a:r>
              <a:rPr lang="ko-KR" altLang="en-US" sz="1000" smtClean="0"/>
              <a:t>대전</a:t>
            </a:r>
            <a:endParaRPr lang="ko-KR" altLang="en-US" sz="1000" dirty="0"/>
          </a:p>
        </p:txBody>
      </p:sp>
      <p:sp>
        <p:nvSpPr>
          <p:cNvPr id="18" name="직사각형 17"/>
          <p:cNvSpPr/>
          <p:nvPr/>
        </p:nvSpPr>
        <p:spPr>
          <a:xfrm>
            <a:off x="4326745" y="1793694"/>
            <a:ext cx="792088" cy="175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….</a:t>
            </a:r>
            <a:endParaRPr lang="ko-KR" altLang="en-US" sz="1000" dirty="0"/>
          </a:p>
        </p:txBody>
      </p:sp>
      <p:sp>
        <p:nvSpPr>
          <p:cNvPr id="21" name="직사각형 20"/>
          <p:cNvSpPr/>
          <p:nvPr/>
        </p:nvSpPr>
        <p:spPr>
          <a:xfrm>
            <a:off x="5273014" y="1793694"/>
            <a:ext cx="792088" cy="175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….</a:t>
            </a:r>
            <a:endParaRPr lang="ko-KR" altLang="en-US" sz="1000" dirty="0"/>
          </a:p>
        </p:txBody>
      </p:sp>
      <p:sp>
        <p:nvSpPr>
          <p:cNvPr id="22" name="타원 21"/>
          <p:cNvSpPr/>
          <p:nvPr/>
        </p:nvSpPr>
        <p:spPr>
          <a:xfrm>
            <a:off x="5002226" y="1905082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04436" y="673405"/>
            <a:ext cx="2010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회원사</a:t>
            </a:r>
            <a:r>
              <a:rPr lang="ko-KR" altLang="en-US" dirty="0" smtClean="0"/>
              <a:t> 검색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404436" y="1124744"/>
            <a:ext cx="792088" cy="175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선택</a:t>
            </a:r>
            <a:endParaRPr lang="ko-KR" altLang="en-US" sz="1000" dirty="0"/>
          </a:p>
        </p:txBody>
      </p:sp>
      <p:sp>
        <p:nvSpPr>
          <p:cNvPr id="5" name="이등변 삼각형 4"/>
          <p:cNvSpPr/>
          <p:nvPr/>
        </p:nvSpPr>
        <p:spPr>
          <a:xfrm flipV="1">
            <a:off x="1040727" y="1156680"/>
            <a:ext cx="152916" cy="11208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1286130" y="1042737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434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534814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납부내역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/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정보센터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–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회비납부내</a:t>
            </a:r>
            <a:r>
              <a:rPr lang="ko-KR" altLang="en-US" sz="1200" kern="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역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4436" y="673405"/>
            <a:ext cx="2010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회비납부내역</a:t>
            </a:r>
            <a:endParaRPr lang="ko-KR" altLang="en-US" dirty="0"/>
          </a:p>
        </p:txBody>
      </p:sp>
      <p:graphicFrame>
        <p:nvGraphicFramePr>
          <p:cNvPr id="25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122839"/>
              </p:ext>
            </p:extLst>
          </p:nvPr>
        </p:nvGraphicFramePr>
        <p:xfrm>
          <a:off x="226731" y="1646485"/>
          <a:ext cx="6174968" cy="1095936"/>
        </p:xfrm>
        <a:graphic>
          <a:graphicData uri="http://schemas.openxmlformats.org/drawingml/2006/table">
            <a:tbl>
              <a:tblPr/>
              <a:tblGrid>
                <a:gridCol w="1463641"/>
                <a:gridCol w="1520472"/>
                <a:gridCol w="1714233"/>
                <a:gridCol w="1476622"/>
              </a:tblGrid>
              <a:tr h="27628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납부월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납부일자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납부금액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납부여부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2B2B2"/>
                        </a:gs>
                        <a:gs pos="50000">
                          <a:srgbClr val="B2B2B2">
                            <a:gamma/>
                            <a:tint val="0"/>
                            <a:invGamma/>
                          </a:srgbClr>
                        </a:gs>
                        <a:gs pos="100000">
                          <a:srgbClr val="B2B2B2"/>
                        </a:gs>
                      </a:gsLst>
                      <a:lin ang="5400000" scaled="1"/>
                    </a:gradFill>
                  </a:tcPr>
                </a:tc>
              </a:tr>
              <a:tr h="2732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2017-01-01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1000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완납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2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2017-01-02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1000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미납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2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2017-01-03</a:t>
                      </a:r>
                      <a:endParaRPr kumimoji="0" lang="ko-KR" altLang="en-US" sz="7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1000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완납</a:t>
                      </a:r>
                      <a:endParaRPr kumimoji="0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6" name="그룹 25"/>
          <p:cNvGrpSpPr/>
          <p:nvPr/>
        </p:nvGrpSpPr>
        <p:grpSpPr>
          <a:xfrm>
            <a:off x="226731" y="1148943"/>
            <a:ext cx="6182618" cy="425534"/>
            <a:chOff x="337434" y="890341"/>
            <a:chExt cx="6182618" cy="425534"/>
          </a:xfrm>
        </p:grpSpPr>
        <p:sp>
          <p:nvSpPr>
            <p:cNvPr id="27" name="직사각형 26"/>
            <p:cNvSpPr/>
            <p:nvPr/>
          </p:nvSpPr>
          <p:spPr>
            <a:xfrm>
              <a:off x="337434" y="908720"/>
              <a:ext cx="6182618" cy="4071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8" name="그룹 27"/>
            <p:cNvGrpSpPr/>
            <p:nvPr/>
          </p:nvGrpSpPr>
          <p:grpSpPr>
            <a:xfrm>
              <a:off x="337434" y="890341"/>
              <a:ext cx="6174968" cy="304496"/>
              <a:chOff x="260086" y="5618711"/>
              <a:chExt cx="7388860" cy="304496"/>
            </a:xfrm>
          </p:grpSpPr>
          <p:cxnSp>
            <p:nvCxnSpPr>
              <p:cNvPr id="29" name="직선 연결선 28"/>
              <p:cNvCxnSpPr/>
              <p:nvPr/>
            </p:nvCxnSpPr>
            <p:spPr>
              <a:xfrm>
                <a:off x="260086" y="5618711"/>
                <a:ext cx="738886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직사각형 29"/>
              <p:cNvSpPr/>
              <p:nvPr/>
            </p:nvSpPr>
            <p:spPr>
              <a:xfrm>
                <a:off x="350872" y="5734971"/>
                <a:ext cx="1393824" cy="18823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 err="1" smtClean="0"/>
                  <a:t>조회년도</a:t>
                </a:r>
                <a:endParaRPr lang="ko-KR" altLang="en-US" sz="1050" b="1" dirty="0"/>
              </a:p>
            </p:txBody>
          </p:sp>
        </p:grpSp>
      </p:grpSp>
      <p:sp>
        <p:nvSpPr>
          <p:cNvPr id="35" name="타원 34"/>
          <p:cNvSpPr/>
          <p:nvPr/>
        </p:nvSpPr>
        <p:spPr>
          <a:xfrm>
            <a:off x="3419872" y="2564904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1547664" y="1265202"/>
            <a:ext cx="1500491" cy="188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2017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7" name="이등변 삼각형 36"/>
          <p:cNvSpPr/>
          <p:nvPr/>
        </p:nvSpPr>
        <p:spPr>
          <a:xfrm rot="10800000">
            <a:off x="2916164" y="1311694"/>
            <a:ext cx="111441" cy="9525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2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차트 6"/>
          <p:cNvGraphicFramePr/>
          <p:nvPr>
            <p:extLst/>
          </p:nvPr>
        </p:nvGraphicFramePr>
        <p:xfrm>
          <a:off x="1928794" y="1136120"/>
          <a:ext cx="5286412" cy="4110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직사각형 7"/>
          <p:cNvSpPr/>
          <p:nvPr/>
        </p:nvSpPr>
        <p:spPr>
          <a:xfrm>
            <a:off x="3774857" y="2857496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HY헤드라인M" panose="02030600000101010101" pitchFamily="18" charset="-127"/>
              </a:rPr>
              <a:t>알림마당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4" y="6628102"/>
            <a:ext cx="9143546" cy="2298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968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793229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공지사항 전용 게시판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목록 클릭 시 하단조회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/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알</a:t>
            </a:r>
            <a:r>
              <a:rPr lang="ko-KR" altLang="en-US" sz="1200" kern="0" dirty="0" err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림</a:t>
            </a:r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마당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–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공지사항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5508104" y="1295982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t="13585" b="16666"/>
          <a:stretch/>
        </p:blipFill>
        <p:spPr>
          <a:xfrm>
            <a:off x="319950" y="1079957"/>
            <a:ext cx="6062606" cy="301344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t="83140" b="6666"/>
          <a:stretch/>
        </p:blipFill>
        <p:spPr>
          <a:xfrm>
            <a:off x="306016" y="887141"/>
            <a:ext cx="6062606" cy="440432"/>
          </a:xfrm>
          <a:prstGeom prst="rect">
            <a:avLst/>
          </a:prstGeom>
        </p:spPr>
      </p:pic>
      <p:sp>
        <p:nvSpPr>
          <p:cNvPr id="11" name="타원 10"/>
          <p:cNvSpPr/>
          <p:nvPr/>
        </p:nvSpPr>
        <p:spPr>
          <a:xfrm>
            <a:off x="5792558" y="3483899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rcRect b="26382"/>
          <a:stretch/>
        </p:blipFill>
        <p:spPr>
          <a:xfrm>
            <a:off x="345649" y="4286220"/>
            <a:ext cx="6048672" cy="1749585"/>
          </a:xfrm>
          <a:prstGeom prst="rect">
            <a:avLst/>
          </a:prstGeom>
        </p:spPr>
      </p:pic>
      <p:sp>
        <p:nvSpPr>
          <p:cNvPr id="14" name="타원 13"/>
          <p:cNvSpPr/>
          <p:nvPr/>
        </p:nvSpPr>
        <p:spPr>
          <a:xfrm>
            <a:off x="5792558" y="4443395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16" y="498121"/>
            <a:ext cx="6088305" cy="367926"/>
          </a:xfrm>
          <a:prstGeom prst="rect">
            <a:avLst/>
          </a:prstGeom>
        </p:spPr>
      </p:pic>
      <p:grpSp>
        <p:nvGrpSpPr>
          <p:cNvPr id="15" name="그룹 14"/>
          <p:cNvGrpSpPr/>
          <p:nvPr/>
        </p:nvGrpSpPr>
        <p:grpSpPr>
          <a:xfrm>
            <a:off x="5569589" y="3971498"/>
            <a:ext cx="809625" cy="323850"/>
            <a:chOff x="4283968" y="5873880"/>
            <a:chExt cx="809625" cy="323850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83968" y="5873880"/>
              <a:ext cx="809625" cy="323850"/>
            </a:xfrm>
            <a:prstGeom prst="rect">
              <a:avLst/>
            </a:prstGeom>
          </p:spPr>
        </p:pic>
        <p:sp>
          <p:nvSpPr>
            <p:cNvPr id="17" name="위쪽 화살표 16"/>
            <p:cNvSpPr/>
            <p:nvPr/>
          </p:nvSpPr>
          <p:spPr>
            <a:xfrm>
              <a:off x="4355976" y="5949280"/>
              <a:ext cx="144016" cy="21602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569589" y="5706877"/>
            <a:ext cx="809625" cy="323850"/>
            <a:chOff x="4283968" y="5873880"/>
            <a:chExt cx="809625" cy="323850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83968" y="5873880"/>
              <a:ext cx="809625" cy="323850"/>
            </a:xfrm>
            <a:prstGeom prst="rect">
              <a:avLst/>
            </a:prstGeom>
          </p:spPr>
        </p:pic>
        <p:sp>
          <p:nvSpPr>
            <p:cNvPr id="22" name="위쪽 화살표 21"/>
            <p:cNvSpPr/>
            <p:nvPr/>
          </p:nvSpPr>
          <p:spPr>
            <a:xfrm>
              <a:off x="4355976" y="5949280"/>
              <a:ext cx="144016" cy="21602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73641" y="487438"/>
            <a:ext cx="141803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/>
              <a:t>공지사항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18422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/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일반자료실 게시판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목록 클릭 시 하단조회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/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알</a:t>
            </a:r>
            <a:r>
              <a:rPr lang="ko-KR" altLang="en-US" sz="1200" kern="0" dirty="0" err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림</a:t>
            </a:r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마당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– </a:t>
            </a:r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새소식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5508104" y="1295982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t="13585" b="16666"/>
          <a:stretch/>
        </p:blipFill>
        <p:spPr>
          <a:xfrm>
            <a:off x="319950" y="1079957"/>
            <a:ext cx="6062606" cy="301344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t="83140" b="6666"/>
          <a:stretch/>
        </p:blipFill>
        <p:spPr>
          <a:xfrm>
            <a:off x="306016" y="887141"/>
            <a:ext cx="6062606" cy="440432"/>
          </a:xfrm>
          <a:prstGeom prst="rect">
            <a:avLst/>
          </a:prstGeom>
        </p:spPr>
      </p:pic>
      <p:sp>
        <p:nvSpPr>
          <p:cNvPr id="11" name="타원 10"/>
          <p:cNvSpPr/>
          <p:nvPr/>
        </p:nvSpPr>
        <p:spPr>
          <a:xfrm>
            <a:off x="5792558" y="3483899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rcRect b="26382"/>
          <a:stretch/>
        </p:blipFill>
        <p:spPr>
          <a:xfrm>
            <a:off x="345649" y="4286220"/>
            <a:ext cx="6048672" cy="1749585"/>
          </a:xfrm>
          <a:prstGeom prst="rect">
            <a:avLst/>
          </a:prstGeom>
        </p:spPr>
      </p:pic>
      <p:sp>
        <p:nvSpPr>
          <p:cNvPr id="14" name="타원 13"/>
          <p:cNvSpPr/>
          <p:nvPr/>
        </p:nvSpPr>
        <p:spPr>
          <a:xfrm>
            <a:off x="5792558" y="4443395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grpSp>
        <p:nvGrpSpPr>
          <p:cNvPr id="15" name="그룹 14"/>
          <p:cNvGrpSpPr/>
          <p:nvPr/>
        </p:nvGrpSpPr>
        <p:grpSpPr>
          <a:xfrm>
            <a:off x="5569589" y="3971498"/>
            <a:ext cx="809625" cy="323850"/>
            <a:chOff x="4283968" y="5873880"/>
            <a:chExt cx="809625" cy="323850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83968" y="5873880"/>
              <a:ext cx="809625" cy="323850"/>
            </a:xfrm>
            <a:prstGeom prst="rect">
              <a:avLst/>
            </a:prstGeom>
          </p:spPr>
        </p:pic>
        <p:sp>
          <p:nvSpPr>
            <p:cNvPr id="17" name="위쪽 화살표 16"/>
            <p:cNvSpPr/>
            <p:nvPr/>
          </p:nvSpPr>
          <p:spPr>
            <a:xfrm>
              <a:off x="4355976" y="5949280"/>
              <a:ext cx="144016" cy="21602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593726" y="5642337"/>
            <a:ext cx="809625" cy="323850"/>
            <a:chOff x="4283968" y="5873880"/>
            <a:chExt cx="809625" cy="323850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83968" y="5873880"/>
              <a:ext cx="809625" cy="323850"/>
            </a:xfrm>
            <a:prstGeom prst="rect">
              <a:avLst/>
            </a:prstGeom>
          </p:spPr>
        </p:pic>
        <p:sp>
          <p:nvSpPr>
            <p:cNvPr id="22" name="위쪽 화살표 21"/>
            <p:cNvSpPr/>
            <p:nvPr/>
          </p:nvSpPr>
          <p:spPr>
            <a:xfrm>
              <a:off x="4355976" y="5949280"/>
              <a:ext cx="144016" cy="21602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모서리가 둥근 직사각형 1"/>
          <p:cNvSpPr/>
          <p:nvPr/>
        </p:nvSpPr>
        <p:spPr>
          <a:xfrm>
            <a:off x="2774042" y="1401490"/>
            <a:ext cx="558522" cy="1440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NEW</a:t>
            </a:r>
            <a:endParaRPr lang="ko-KR" altLang="en-US" sz="800" dirty="0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1619672" y="1649693"/>
            <a:ext cx="558522" cy="1440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NEW</a:t>
            </a:r>
            <a:endParaRPr lang="ko-KR" altLang="en-US" sz="800" dirty="0"/>
          </a:p>
        </p:txBody>
      </p:sp>
      <p:sp>
        <p:nvSpPr>
          <p:cNvPr id="24" name="TextBox 23"/>
          <p:cNvSpPr txBox="1"/>
          <p:nvPr/>
        </p:nvSpPr>
        <p:spPr>
          <a:xfrm>
            <a:off x="273641" y="487438"/>
            <a:ext cx="141803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600" b="1" dirty="0" err="1" smtClean="0"/>
              <a:t>새소</a:t>
            </a:r>
            <a:r>
              <a:rPr lang="ko-KR" altLang="en-US" sz="1600" b="1" dirty="0" err="1"/>
              <a:t>식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27337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291082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이미지전용게시판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447270"/>
              </p:ext>
            </p:extLst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알</a:t>
            </a:r>
            <a:r>
              <a:rPr lang="ko-KR" altLang="en-US" sz="1200" kern="0" dirty="0" err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림</a:t>
            </a:r>
            <a:r>
              <a:rPr lang="ko-KR" altLang="en-US" sz="1200" kern="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마당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행사안내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44"/>
          <a:stretch/>
        </p:blipFill>
        <p:spPr bwMode="auto">
          <a:xfrm>
            <a:off x="311633" y="834413"/>
            <a:ext cx="5673439" cy="2846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타원 8"/>
          <p:cNvSpPr/>
          <p:nvPr/>
        </p:nvSpPr>
        <p:spPr>
          <a:xfrm>
            <a:off x="5602114" y="3361647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23528" y="476672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행사안내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1351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842007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 smtClean="0"/>
                        <a:t>FAQ </a:t>
                      </a:r>
                      <a:r>
                        <a:rPr lang="ko-KR" altLang="en-US" sz="1000" smtClean="0"/>
                        <a:t>전용 </a:t>
                      </a:r>
                      <a:r>
                        <a:rPr lang="ko-KR" altLang="en-US" sz="1000" dirty="0" smtClean="0"/>
                        <a:t>게시판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목록 클릭 시 내용 펼침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/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err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알림마당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– FAQ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5428870" y="1386966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t="83140" b="6666"/>
          <a:stretch/>
        </p:blipFill>
        <p:spPr>
          <a:xfrm>
            <a:off x="306016" y="887141"/>
            <a:ext cx="6062606" cy="44043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16" y="498121"/>
            <a:ext cx="6088305" cy="36792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3641" y="487438"/>
            <a:ext cx="141803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FAQ</a:t>
            </a:r>
            <a:endParaRPr lang="ko-KR" altLang="en-US" sz="1600" b="1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357936"/>
              </p:ext>
            </p:extLst>
          </p:nvPr>
        </p:nvGraphicFramePr>
        <p:xfrm>
          <a:off x="384149" y="1365574"/>
          <a:ext cx="49079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586"/>
                <a:gridCol w="981586"/>
                <a:gridCol w="981586"/>
                <a:gridCol w="981586"/>
                <a:gridCol w="981586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카테고리</a:t>
                      </a:r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카테고리</a:t>
                      </a:r>
                      <a:r>
                        <a:rPr lang="en-US" altLang="ko-KR" sz="1000" dirty="0" smtClean="0"/>
                        <a:t>2</a:t>
                      </a:r>
                      <a:endParaRPr lang="ko-KR" altLang="en-US" sz="100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카테고리</a:t>
                      </a:r>
                      <a:r>
                        <a:rPr lang="en-US" altLang="ko-KR" sz="1000" dirty="0" smtClean="0"/>
                        <a:t>3</a:t>
                      </a:r>
                      <a:endParaRPr lang="ko-KR" altLang="en-US" sz="100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카테고리</a:t>
                      </a:r>
                      <a:r>
                        <a:rPr lang="en-US" altLang="ko-KR" sz="1000" dirty="0" smtClean="0"/>
                        <a:t>4</a:t>
                      </a:r>
                      <a:endParaRPr lang="ko-KR" altLang="en-US" sz="100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카테고리</a:t>
                      </a:r>
                      <a:r>
                        <a:rPr lang="en-US" altLang="ko-KR" sz="1000" dirty="0" smtClean="0"/>
                        <a:t>5</a:t>
                      </a:r>
                      <a:endParaRPr lang="ko-KR" altLang="en-US" sz="100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5902" y="2014571"/>
            <a:ext cx="559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Q : </a:t>
            </a:r>
            <a:r>
              <a:rPr lang="ko-KR" altLang="en-US" smtClean="0"/>
              <a:t>질문있어요</a:t>
            </a:r>
            <a:r>
              <a:rPr lang="en-US" altLang="ko-KR" dirty="0" smtClean="0"/>
              <a:t>.</a:t>
            </a:r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353177" y="2420888"/>
            <a:ext cx="559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Q : </a:t>
            </a:r>
            <a:r>
              <a:rPr lang="ko-KR" altLang="en-US" smtClean="0"/>
              <a:t>질문있어요</a:t>
            </a:r>
            <a:r>
              <a:rPr lang="en-US" altLang="ko-KR" dirty="0" smtClean="0"/>
              <a:t>.</a:t>
            </a:r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577734" y="2790220"/>
            <a:ext cx="5590253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 : </a:t>
            </a:r>
            <a:r>
              <a:rPr lang="ko-KR" altLang="en-US" smtClean="0"/>
              <a:t>답변했어요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111111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222222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2222222</a:t>
            </a:r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394286" y="4077382"/>
            <a:ext cx="559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Q : </a:t>
            </a:r>
            <a:r>
              <a:rPr lang="ko-KR" altLang="en-US" smtClean="0"/>
              <a:t>질문있어요</a:t>
            </a:r>
            <a:r>
              <a:rPr lang="en-US" altLang="ko-KR" dirty="0" smtClean="0"/>
              <a:t>.</a:t>
            </a:r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2195736" y="2575718"/>
            <a:ext cx="363688" cy="3550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7728" y="4656557"/>
            <a:ext cx="1581150" cy="428625"/>
          </a:xfrm>
          <a:prstGeom prst="rect">
            <a:avLst/>
          </a:prstGeom>
        </p:spPr>
      </p:pic>
      <p:cxnSp>
        <p:nvCxnSpPr>
          <p:cNvPr id="30" name="직선 연결선 29"/>
          <p:cNvCxnSpPr/>
          <p:nvPr/>
        </p:nvCxnSpPr>
        <p:spPr>
          <a:xfrm>
            <a:off x="394286" y="2014571"/>
            <a:ext cx="5773701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394286" y="2420888"/>
            <a:ext cx="5773701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463317" y="4103413"/>
            <a:ext cx="5773701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463317" y="4509120"/>
            <a:ext cx="5773701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95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756919"/>
              </p:ext>
            </p:extLst>
          </p:nvPr>
        </p:nvGraphicFramePr>
        <p:xfrm>
          <a:off x="6660232" y="404664"/>
          <a:ext cx="2304256" cy="3705967"/>
        </p:xfrm>
        <a:graphic>
          <a:graphicData uri="http://schemas.openxmlformats.org/drawingml/2006/table">
            <a:tbl>
              <a:tblPr/>
              <a:tblGrid>
                <a:gridCol w="222992"/>
                <a:gridCol w="2081264"/>
              </a:tblGrid>
              <a:tr h="2762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문의사항과</a:t>
                      </a:r>
                      <a:r>
                        <a:rPr lang="ko-KR" altLang="en-US" sz="1000" baseline="0" dirty="0" smtClean="0"/>
                        <a:t> 동일 게시판이용</a:t>
                      </a:r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67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Screen Description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38"/>
          <p:cNvGraphicFramePr>
            <a:graphicFrameLocks noGrp="1"/>
          </p:cNvGraphicFramePr>
          <p:nvPr>
            <p:extLst/>
          </p:nvPr>
        </p:nvGraphicFramePr>
        <p:xfrm>
          <a:off x="6647957" y="5085182"/>
          <a:ext cx="2316531" cy="1332483"/>
        </p:xfrm>
        <a:graphic>
          <a:graphicData uri="http://schemas.openxmlformats.org/drawingml/2006/table">
            <a:tbl>
              <a:tblPr/>
              <a:tblGrid>
                <a:gridCol w="307082"/>
                <a:gridCol w="2009449"/>
              </a:tblGrid>
              <a:tr h="3257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ISSUE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3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159" y="5014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dirty="0" err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알림마당</a:t>
            </a:r>
            <a:r>
              <a:rPr lang="en-US" altLang="ko-KR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– </a:t>
            </a:r>
            <a:r>
              <a:rPr lang="ko-KR" altLang="en-US" sz="1200" kern="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건의사항</a:t>
            </a:r>
            <a:endParaRPr lang="ko-KR" altLang="en-US" sz="1200" kern="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19"/>
          <a:stretch/>
        </p:blipFill>
        <p:spPr bwMode="auto">
          <a:xfrm>
            <a:off x="539552" y="1124744"/>
            <a:ext cx="5351864" cy="3605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539552" y="713169"/>
            <a:ext cx="141803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/>
              <a:t>건의사항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3994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4575</TotalTime>
  <Words>1133</Words>
  <Application>Microsoft Office PowerPoint</Application>
  <PresentationFormat>화면 슬라이드 쇼(4:3)</PresentationFormat>
  <Paragraphs>755</Paragraphs>
  <Slides>41</Slides>
  <Notes>38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2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Registered User</dc:creator>
  <cp:lastModifiedBy>yunho</cp:lastModifiedBy>
  <cp:revision>318</cp:revision>
  <cp:lastPrinted>2017-04-18T16:22:54Z</cp:lastPrinted>
  <dcterms:created xsi:type="dcterms:W3CDTF">2013-12-23T01:10:18Z</dcterms:created>
  <dcterms:modified xsi:type="dcterms:W3CDTF">2017-04-28T17:20:48Z</dcterms:modified>
</cp:coreProperties>
</file>