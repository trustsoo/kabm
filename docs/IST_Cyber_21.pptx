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</p:sldIdLst>
  <p:sldSz cx="7556500" cy="10699750"/>
  <p:notesSz cx="7556500" cy="1069975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6922"/>
            <a:ext cx="6428422" cy="22469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91860"/>
            <a:ext cx="5293995" cy="26749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Batang"/>
                <a:cs typeface="Batang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Batang"/>
                <a:cs typeface="Batang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142" y="2460942"/>
            <a:ext cx="3289839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4867" y="2460942"/>
            <a:ext cx="3289839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Batang"/>
                <a:cs typeface="Batang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jpg"/><Relationship Id="rId9" Type="http://schemas.openxmlformats.org/officeDocument/2006/relationships/image" Target="../media/image3.jpg"/><Relationship Id="rId10" Type="http://schemas.openxmlformats.org/officeDocument/2006/relationships/image" Target="../media/image4.jpg"/><Relationship Id="rId11" Type="http://schemas.openxmlformats.org/officeDocument/2006/relationships/image" Target="../media/image5.jpg"/><Relationship Id="rId12" Type="http://schemas.openxmlformats.org/officeDocument/2006/relationships/image" Target="../media/image6.jp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939533" y="2331466"/>
            <a:ext cx="216026" cy="590397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4959477" y="603504"/>
            <a:ext cx="2304033" cy="194398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567562" y="2331466"/>
            <a:ext cx="216027" cy="590397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bk object 19"/>
          <p:cNvSpPr/>
          <p:nvPr/>
        </p:nvSpPr>
        <p:spPr>
          <a:xfrm>
            <a:off x="423544" y="7947406"/>
            <a:ext cx="6911975" cy="244805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bk object 20"/>
          <p:cNvSpPr/>
          <p:nvPr/>
        </p:nvSpPr>
        <p:spPr>
          <a:xfrm>
            <a:off x="5283453" y="8631428"/>
            <a:ext cx="1224026" cy="1224026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bk object 21"/>
          <p:cNvSpPr/>
          <p:nvPr/>
        </p:nvSpPr>
        <p:spPr>
          <a:xfrm>
            <a:off x="423544" y="603504"/>
            <a:ext cx="2304034" cy="194398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63622" y="2102739"/>
            <a:ext cx="2435605" cy="574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Batang"/>
                <a:cs typeface="Batang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60942"/>
            <a:ext cx="6806565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71369" y="9950768"/>
            <a:ext cx="2420112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142" y="9950768"/>
            <a:ext cx="1739455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5252" y="9950768"/>
            <a:ext cx="1739455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36525">
              <a:lnSpc>
                <a:spcPct val="100000"/>
              </a:lnSpc>
              <a:spcBef>
                <a:spcPts val="100"/>
              </a:spcBef>
              <a:tabLst>
                <a:tab pos="1050925" algn="l"/>
                <a:tab pos="1965325" algn="l"/>
              </a:tabLst>
            </a:pPr>
            <a:r>
              <a:rPr dirty="0"/>
              <a:t>수	료	증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41908" y="5581014"/>
            <a:ext cx="5756275" cy="1681480"/>
          </a:xfrm>
          <a:prstGeom prst="rect">
            <a:avLst/>
          </a:prstGeom>
        </p:spPr>
        <p:txBody>
          <a:bodyPr wrap="square" lIns="0" tIns="36830" rIns="0" bIns="0" rtlCol="0" vert="horz">
            <a:spAutoFit/>
          </a:bodyPr>
          <a:lstStyle/>
          <a:p>
            <a:pPr algn="just" marL="12700" marR="5080" indent="215900">
              <a:lnSpc>
                <a:spcPct val="148700"/>
              </a:lnSpc>
              <a:spcBef>
                <a:spcPts val="290"/>
              </a:spcBef>
            </a:pPr>
            <a:r>
              <a:rPr dirty="0" sz="1800" spc="50">
                <a:latin typeface="Batang"/>
                <a:cs typeface="Batang"/>
              </a:rPr>
              <a:t>귀하는 </a:t>
            </a:r>
            <a:r>
              <a:rPr dirty="0" sz="1800" spc="60">
                <a:latin typeface="Batang"/>
                <a:cs typeface="Batang"/>
              </a:rPr>
              <a:t>공중위생관리법 </a:t>
            </a:r>
            <a:r>
              <a:rPr dirty="0" sz="1800" spc="-65">
                <a:latin typeface="Batang"/>
                <a:cs typeface="Batang"/>
              </a:rPr>
              <a:t>17조 </a:t>
            </a:r>
            <a:r>
              <a:rPr dirty="0" sz="1800">
                <a:latin typeface="Batang"/>
                <a:cs typeface="Batang"/>
              </a:rPr>
              <a:t>및 </a:t>
            </a:r>
            <a:r>
              <a:rPr dirty="0" sz="1800" spc="35">
                <a:latin typeface="Batang"/>
                <a:cs typeface="Batang"/>
              </a:rPr>
              <a:t>같은 </a:t>
            </a:r>
            <a:r>
              <a:rPr dirty="0" sz="1800">
                <a:latin typeface="Batang"/>
                <a:cs typeface="Batang"/>
              </a:rPr>
              <a:t>법 </a:t>
            </a:r>
            <a:r>
              <a:rPr dirty="0" sz="1800" spc="75">
                <a:latin typeface="Batang"/>
                <a:cs typeface="Batang"/>
              </a:rPr>
              <a:t>시행규칙  </a:t>
            </a:r>
            <a:r>
              <a:rPr dirty="0" sz="1800" spc="-70">
                <a:latin typeface="Batang"/>
                <a:cs typeface="Batang"/>
              </a:rPr>
              <a:t>제23조의 </a:t>
            </a:r>
            <a:r>
              <a:rPr dirty="0" sz="1800">
                <a:latin typeface="Batang"/>
                <a:cs typeface="Batang"/>
              </a:rPr>
              <a:t>규정에 따라 우리협회에서 실시한 공중위생  관리책임자 온라인 위생교육을 이수 하였으므로 이에  수료증을</a:t>
            </a:r>
            <a:r>
              <a:rPr dirty="0" sz="1800" spc="295">
                <a:latin typeface="Batang"/>
                <a:cs typeface="Batang"/>
              </a:rPr>
              <a:t> </a:t>
            </a:r>
            <a:r>
              <a:rPr dirty="0" sz="1800" spc="60">
                <a:latin typeface="Batang"/>
                <a:cs typeface="Batang"/>
              </a:rPr>
              <a:t>수여합니다.</a:t>
            </a:r>
            <a:endParaRPr sz="1800">
              <a:latin typeface="Batang"/>
              <a:cs typeface="Batang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53794" y="9115425"/>
            <a:ext cx="4333240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840"/>
              </a:lnSpc>
              <a:spcBef>
                <a:spcPts val="100"/>
              </a:spcBef>
            </a:pPr>
            <a:r>
              <a:rPr dirty="0" sz="1400">
                <a:latin typeface="Batang"/>
                <a:cs typeface="Batang"/>
              </a:rPr>
              <a:t>사단</a:t>
            </a:r>
            <a:endParaRPr sz="1400">
              <a:latin typeface="Batang"/>
              <a:cs typeface="Batang"/>
            </a:endParaRPr>
          </a:p>
          <a:p>
            <a:pPr marL="12700">
              <a:lnSpc>
                <a:spcPts val="2520"/>
              </a:lnSpc>
            </a:pPr>
            <a:r>
              <a:rPr dirty="0" sz="1400">
                <a:latin typeface="Batang"/>
                <a:cs typeface="Batang"/>
              </a:rPr>
              <a:t>법인</a:t>
            </a:r>
            <a:r>
              <a:rPr dirty="0" sz="1400" spc="-229">
                <a:latin typeface="Batang"/>
                <a:cs typeface="Batang"/>
              </a:rPr>
              <a:t> </a:t>
            </a:r>
            <a:r>
              <a:rPr dirty="0" sz="2800">
                <a:latin typeface="Batang"/>
                <a:cs typeface="Batang"/>
              </a:rPr>
              <a:t>한국건물위생관리협회장</a:t>
            </a:r>
            <a:endParaRPr sz="2800">
              <a:latin typeface="Batang"/>
              <a:cs typeface="Batang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21866" y="3291331"/>
            <a:ext cx="1181100" cy="17151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01065" algn="l"/>
              </a:tabLst>
            </a:pPr>
            <a:r>
              <a:rPr dirty="0" sz="1400">
                <a:latin typeface="Batang"/>
                <a:cs typeface="Batang"/>
              </a:rPr>
              <a:t>성	</a:t>
            </a:r>
            <a:r>
              <a:rPr dirty="0" sz="1400" spc="114">
                <a:latin typeface="Batang"/>
                <a:cs typeface="Batang"/>
              </a:rPr>
              <a:t>명:</a:t>
            </a:r>
            <a:endParaRPr sz="1400">
              <a:latin typeface="Batang"/>
              <a:cs typeface="Batang"/>
            </a:endParaRPr>
          </a:p>
          <a:p>
            <a:pPr marL="12700" marR="5080">
              <a:lnSpc>
                <a:spcPts val="2840"/>
              </a:lnSpc>
              <a:spcBef>
                <a:spcPts val="280"/>
              </a:spcBef>
              <a:tabLst>
                <a:tab pos="456565" algn="l"/>
                <a:tab pos="901065" algn="l"/>
              </a:tabLst>
            </a:pPr>
            <a:r>
              <a:rPr dirty="0" sz="1400" spc="25">
                <a:latin typeface="Batang"/>
                <a:cs typeface="Batang"/>
              </a:rPr>
              <a:t>주민등록번호:  </a:t>
            </a:r>
            <a:r>
              <a:rPr dirty="0" sz="1400" spc="25">
                <a:latin typeface="Batang"/>
                <a:cs typeface="Batang"/>
              </a:rPr>
              <a:t>회	사	</a:t>
            </a:r>
            <a:r>
              <a:rPr dirty="0" sz="1400" spc="114">
                <a:latin typeface="Batang"/>
                <a:cs typeface="Batang"/>
              </a:rPr>
              <a:t>명:</a:t>
            </a:r>
            <a:endParaRPr sz="1400">
              <a:latin typeface="Batang"/>
              <a:cs typeface="Batang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  <a:tabLst>
                <a:tab pos="901065" algn="l"/>
              </a:tabLst>
            </a:pPr>
            <a:r>
              <a:rPr dirty="0" sz="1400">
                <a:latin typeface="Batang"/>
                <a:cs typeface="Batang"/>
              </a:rPr>
              <a:t>주	</a:t>
            </a:r>
            <a:r>
              <a:rPr dirty="0" sz="1400" spc="114">
                <a:latin typeface="Batang"/>
                <a:cs typeface="Batang"/>
              </a:rPr>
              <a:t>소:</a:t>
            </a:r>
            <a:endParaRPr sz="1400">
              <a:latin typeface="Batang"/>
              <a:cs typeface="Batang"/>
            </a:endParaRPr>
          </a:p>
          <a:p>
            <a:pPr marL="12700">
              <a:lnSpc>
                <a:spcPct val="100000"/>
              </a:lnSpc>
              <a:spcBef>
                <a:spcPts val="1435"/>
              </a:spcBef>
            </a:pPr>
            <a:r>
              <a:rPr dirty="0" sz="1400" spc="30">
                <a:latin typeface="Batang"/>
                <a:cs typeface="Batang"/>
              </a:rPr>
              <a:t>지정영업장명:</a:t>
            </a:r>
            <a:endParaRPr sz="1400">
              <a:latin typeface="Batang"/>
              <a:cs typeface="Batang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213480" y="423418"/>
            <a:ext cx="1259967" cy="129603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185799" y="1454277"/>
            <a:ext cx="15240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latin typeface="Batang"/>
                <a:cs typeface="Batang"/>
              </a:rPr>
              <a:t>제</a:t>
            </a:r>
            <a:endParaRPr sz="1000">
              <a:latin typeface="Batang"/>
              <a:cs typeface="Batang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38299" y="1454277"/>
            <a:ext cx="15240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latin typeface="Batang"/>
                <a:cs typeface="Batang"/>
              </a:rPr>
              <a:t>호</a:t>
            </a:r>
            <a:endParaRPr sz="1000">
              <a:latin typeface="Batang"/>
              <a:cs typeface="Batang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FastReport</dc:creator>
  <dc:subject>FastReport PDF export</dc:subject>
  <dcterms:created xsi:type="dcterms:W3CDTF">2021-01-05T00:48:12Z</dcterms:created>
  <dcterms:modified xsi:type="dcterms:W3CDTF">2021-01-05T00:48:12Z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2017-05-15T00:00:00Z</vt:filetime>
  </property>
  <property fmtid="{D5CDD505-2E9C-101B-9397-08002B2CF9AE}" pid="3" name="LastSaved">
    <vt:filetime>2021-01-05T00:00:00Z</vt:filetime>
  </property>
</Properties>
</file>