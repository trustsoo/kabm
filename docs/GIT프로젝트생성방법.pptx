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32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109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63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8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847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3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08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4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23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95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06FA2-D0CB-4D9C-82B2-2566A73FDD22}" type="datetimeFigureOut">
              <a:rPr lang="ko-KR" altLang="en-US" smtClean="0"/>
              <a:t>2017-05-01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60E9B-BCB1-49F0-BB2D-27E6840446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02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08720"/>
            <a:ext cx="7473752" cy="5153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99" y="332656"/>
            <a:ext cx="4168456" cy="4279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사각형 설명선 3"/>
          <p:cNvSpPr/>
          <p:nvPr/>
        </p:nvSpPr>
        <p:spPr>
          <a:xfrm>
            <a:off x="4932040" y="3212976"/>
            <a:ext cx="2736304" cy="1368152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/>
              <a:t>Git</a:t>
            </a:r>
            <a:r>
              <a:rPr lang="en-US" altLang="ko-KR" sz="1000" dirty="0" smtClean="0"/>
              <a:t> repository </a:t>
            </a:r>
            <a:r>
              <a:rPr lang="ko-KR" altLang="en-US" sz="1000" dirty="0" err="1" smtClean="0"/>
              <a:t>뷰를</a:t>
            </a:r>
            <a:r>
              <a:rPr lang="ko-KR" altLang="en-US" sz="1000" dirty="0" smtClean="0"/>
              <a:t> 생성하고</a:t>
            </a:r>
            <a:endParaRPr lang="en-US" altLang="ko-KR" sz="1000" dirty="0" smtClean="0"/>
          </a:p>
          <a:p>
            <a:pPr algn="ctr"/>
            <a:r>
              <a:rPr lang="en-US" altLang="ko-KR" sz="1000" dirty="0" smtClean="0"/>
              <a:t>Clone a Grit Repository</a:t>
            </a:r>
            <a:r>
              <a:rPr lang="ko-KR" altLang="en-US" sz="1000" dirty="0" smtClean="0"/>
              <a:t>를 선택</a:t>
            </a:r>
            <a:endParaRPr lang="ko-KR" altLang="en-US" sz="1000" dirty="0"/>
          </a:p>
        </p:txBody>
      </p:sp>
      <p:sp>
        <p:nvSpPr>
          <p:cNvPr id="5" name="왼쪽 화살표 4"/>
          <p:cNvSpPr/>
          <p:nvPr/>
        </p:nvSpPr>
        <p:spPr>
          <a:xfrm>
            <a:off x="4067944" y="3485556"/>
            <a:ext cx="792088" cy="59151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 설명선 7"/>
          <p:cNvSpPr/>
          <p:nvPr/>
        </p:nvSpPr>
        <p:spPr>
          <a:xfrm>
            <a:off x="4473859" y="1104206"/>
            <a:ext cx="2736304" cy="1368152"/>
          </a:xfrm>
          <a:prstGeom prst="wedgeRectCallout">
            <a:avLst>
              <a:gd name="adj1" fmla="val -66255"/>
              <a:gd name="adj2" fmla="val -250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주소를 입력하면 자동으로 </a:t>
            </a:r>
            <a:r>
              <a:rPr lang="ko-KR" altLang="en-US" sz="1000" dirty="0" err="1" smtClean="0"/>
              <a:t>세팅됨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아래 </a:t>
            </a:r>
            <a:r>
              <a:rPr lang="en-US" altLang="ko-KR" sz="1000" dirty="0" smtClean="0"/>
              <a:t>user/password </a:t>
            </a:r>
            <a:r>
              <a:rPr lang="ko-KR" altLang="en-US" sz="1000" dirty="0" smtClean="0"/>
              <a:t>변경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21091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672221"/>
            <a:ext cx="498157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사각형 설명선 4"/>
          <p:cNvSpPr/>
          <p:nvPr/>
        </p:nvSpPr>
        <p:spPr>
          <a:xfrm>
            <a:off x="899592" y="420130"/>
            <a:ext cx="2736304" cy="1368152"/>
          </a:xfrm>
          <a:prstGeom prst="wedgeRectCallout">
            <a:avLst>
              <a:gd name="adj1" fmla="val 42757"/>
              <a:gd name="adj2" fmla="val 683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다음 다음을 누르고 적당한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로컬 저장소를 선택함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1765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6" y="351396"/>
            <a:ext cx="3402936" cy="3600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32656"/>
            <a:ext cx="3373288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4139952" y="1700808"/>
            <a:ext cx="57606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209" y="3501008"/>
            <a:ext cx="2908933" cy="3048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아래쪽 화살표 5"/>
          <p:cNvSpPr/>
          <p:nvPr/>
        </p:nvSpPr>
        <p:spPr>
          <a:xfrm>
            <a:off x="6084168" y="2924944"/>
            <a:ext cx="792088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 설명선 8"/>
          <p:cNvSpPr/>
          <p:nvPr/>
        </p:nvSpPr>
        <p:spPr>
          <a:xfrm>
            <a:off x="7257140" y="3645024"/>
            <a:ext cx="1488004" cy="684076"/>
          </a:xfrm>
          <a:prstGeom prst="wedgeRectCallout">
            <a:avLst>
              <a:gd name="adj1" fmla="val -74041"/>
              <a:gd name="adj2" fmla="val 631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Import as general </a:t>
            </a:r>
            <a:r>
              <a:rPr lang="ko-KR" altLang="en-US" sz="1000" dirty="0" smtClean="0"/>
              <a:t>를 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생성합니다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sp>
        <p:nvSpPr>
          <p:cNvPr id="10" name="사각형 설명선 9"/>
          <p:cNvSpPr/>
          <p:nvPr/>
        </p:nvSpPr>
        <p:spPr>
          <a:xfrm>
            <a:off x="323528" y="260648"/>
            <a:ext cx="1488004" cy="684076"/>
          </a:xfrm>
          <a:prstGeom prst="wedgeRectCallout">
            <a:avLst>
              <a:gd name="adj1" fmla="val 20821"/>
              <a:gd name="adj2" fmla="val 107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프로젝트 </a:t>
            </a:r>
            <a:r>
              <a:rPr lang="en-US" altLang="ko-KR" sz="1000" dirty="0" smtClean="0"/>
              <a:t>import </a:t>
            </a:r>
            <a:r>
              <a:rPr lang="ko-KR" altLang="en-US" sz="1000" dirty="0" smtClean="0"/>
              <a:t>시작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4102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5684282" cy="394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사각형 설명선 12"/>
          <p:cNvSpPr/>
          <p:nvPr/>
        </p:nvSpPr>
        <p:spPr>
          <a:xfrm>
            <a:off x="2411760" y="116632"/>
            <a:ext cx="2736304" cy="1368152"/>
          </a:xfrm>
          <a:prstGeom prst="wedgeRectCallout">
            <a:avLst>
              <a:gd name="adj1" fmla="val -74041"/>
              <a:gd name="adj2" fmla="val 631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WEB </a:t>
            </a:r>
            <a:r>
              <a:rPr lang="ko-KR" altLang="en-US" sz="1000" dirty="0" smtClean="0"/>
              <a:t>프로젝트가 </a:t>
            </a:r>
            <a:r>
              <a:rPr lang="ko-KR" altLang="en-US" sz="1000" dirty="0" err="1" smtClean="0"/>
              <a:t>생성되엇습니다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124744"/>
            <a:ext cx="5901854" cy="405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2430887" y="1844824"/>
            <a:ext cx="64807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96683"/>
            <a:ext cx="4174604" cy="325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왼쪽 화살표 2"/>
          <p:cNvSpPr/>
          <p:nvPr/>
        </p:nvSpPr>
        <p:spPr>
          <a:xfrm>
            <a:off x="4499992" y="3717032"/>
            <a:ext cx="648072" cy="4320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 설명선 18"/>
          <p:cNvSpPr/>
          <p:nvPr/>
        </p:nvSpPr>
        <p:spPr>
          <a:xfrm>
            <a:off x="2987824" y="4412697"/>
            <a:ext cx="2736304" cy="1368152"/>
          </a:xfrm>
          <a:prstGeom prst="wedgeRectCallout">
            <a:avLst>
              <a:gd name="adj1" fmla="val -67093"/>
              <a:gd name="adj2" fmla="val -460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껏다</a:t>
            </a:r>
            <a:r>
              <a:rPr lang="ko-KR" altLang="en-US" sz="1000" dirty="0" smtClean="0"/>
              <a:t> 켜면 이처럼 되고 </a:t>
            </a:r>
            <a:r>
              <a:rPr lang="ko-KR" altLang="en-US" sz="1000" dirty="0" err="1" smtClean="0"/>
              <a:t>처럼</a:t>
            </a:r>
            <a:endParaRPr lang="en-US" altLang="ko-KR" sz="1000" dirty="0" smtClean="0"/>
          </a:p>
          <a:p>
            <a:pPr algn="ctr"/>
            <a:r>
              <a:rPr lang="en-US" altLang="ko-KR" sz="1000" dirty="0" smtClean="0"/>
              <a:t>Resource </a:t>
            </a:r>
            <a:r>
              <a:rPr lang="ko-KR" altLang="en-US" sz="1000" dirty="0" smtClean="0"/>
              <a:t>를 </a:t>
            </a:r>
            <a:r>
              <a:rPr lang="en-US" altLang="ko-KR" sz="1000" dirty="0" smtClean="0"/>
              <a:t>utf-8 </a:t>
            </a:r>
            <a:r>
              <a:rPr lang="ko-KR" altLang="en-US" sz="1000" dirty="0" smtClean="0"/>
              <a:t>로 변경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2689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4854199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사각형 설명선 4"/>
          <p:cNvSpPr/>
          <p:nvPr/>
        </p:nvSpPr>
        <p:spPr>
          <a:xfrm>
            <a:off x="1547664" y="2060848"/>
            <a:ext cx="2808312" cy="684076"/>
          </a:xfrm>
          <a:prstGeom prst="wedgeRectCallout">
            <a:avLst>
              <a:gd name="adj1" fmla="val -20374"/>
              <a:gd name="adj2" fmla="val -700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Add external JARs </a:t>
            </a:r>
            <a:r>
              <a:rPr lang="ko-KR" altLang="en-US" sz="1000" dirty="0" smtClean="0"/>
              <a:t>눌러서 </a:t>
            </a:r>
            <a:r>
              <a:rPr lang="en-US" altLang="ko-KR" sz="1000" dirty="0" smtClean="0"/>
              <a:t>2</a:t>
            </a:r>
            <a:r>
              <a:rPr lang="ko-KR" altLang="en-US" sz="1000" dirty="0" smtClean="0"/>
              <a:t>개 추가</a:t>
            </a:r>
            <a:endParaRPr lang="en-US" altLang="ko-KR" sz="1000" dirty="0" smtClean="0"/>
          </a:p>
          <a:p>
            <a:pPr algn="ctr"/>
            <a:r>
              <a:rPr lang="en-US" altLang="ko-KR" sz="1000" dirty="0" smtClean="0"/>
              <a:t>JRE </a:t>
            </a:r>
            <a:r>
              <a:rPr lang="ko-KR" altLang="en-US" sz="1000" dirty="0" smtClean="0"/>
              <a:t>는 </a:t>
            </a:r>
            <a:r>
              <a:rPr lang="en-US" altLang="ko-KR" sz="1000" dirty="0" err="1" smtClean="0"/>
              <a:t>jdk</a:t>
            </a:r>
            <a:r>
              <a:rPr lang="en-US" altLang="ko-KR" sz="1000" dirty="0" smtClean="0"/>
              <a:t> 1.7 </a:t>
            </a:r>
            <a:r>
              <a:rPr lang="ko-KR" altLang="en-US" sz="1000" dirty="0" smtClean="0"/>
              <a:t>로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변경</a:t>
            </a:r>
            <a:endParaRPr lang="ko-KR" altLang="en-US" sz="10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501008"/>
            <a:ext cx="5725269" cy="326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사각형 설명선 6"/>
          <p:cNvSpPr/>
          <p:nvPr/>
        </p:nvSpPr>
        <p:spPr>
          <a:xfrm>
            <a:off x="5076056" y="5146082"/>
            <a:ext cx="2808312" cy="684076"/>
          </a:xfrm>
          <a:prstGeom prst="wedgeRectCallout">
            <a:avLst>
              <a:gd name="adj1" fmla="val -20374"/>
              <a:gd name="adj2" fmla="val -700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Add Web Module </a:t>
            </a:r>
            <a:r>
              <a:rPr lang="ko-KR" altLang="en-US" sz="1000" dirty="0" smtClean="0"/>
              <a:t>로 선택</a:t>
            </a:r>
            <a:endParaRPr lang="ko-KR" altLang="en-US" sz="1000" dirty="0"/>
          </a:p>
        </p:txBody>
      </p:sp>
      <p:sp>
        <p:nvSpPr>
          <p:cNvPr id="8" name="사각형 설명선 7"/>
          <p:cNvSpPr/>
          <p:nvPr/>
        </p:nvSpPr>
        <p:spPr>
          <a:xfrm>
            <a:off x="323528" y="4956444"/>
            <a:ext cx="2448272" cy="992836"/>
          </a:xfrm>
          <a:prstGeom prst="wedgeRectCallout">
            <a:avLst>
              <a:gd name="adj1" fmla="val 48464"/>
              <a:gd name="adj2" fmla="val -134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Settings</a:t>
            </a:r>
          </a:p>
          <a:p>
            <a:pPr algn="ctr"/>
            <a:r>
              <a:rPr lang="en-US" altLang="ko-KR" sz="1000" dirty="0" err="1" smtClean="0"/>
              <a:t>Classpath</a:t>
            </a:r>
            <a:endParaRPr lang="en-US" altLang="ko-KR" sz="1000" dirty="0" smtClean="0"/>
          </a:p>
          <a:p>
            <a:pPr algn="ctr"/>
            <a:r>
              <a:rPr lang="en-US" altLang="ko-KR" sz="1000" dirty="0" err="1" smtClean="0"/>
              <a:t>Gitignore</a:t>
            </a:r>
            <a:endParaRPr lang="en-US" altLang="ko-KR" sz="1000" dirty="0" smtClean="0"/>
          </a:p>
          <a:p>
            <a:pPr algn="ctr"/>
            <a:r>
              <a:rPr lang="en-US" altLang="ko-KR" sz="1000" dirty="0" smtClean="0"/>
              <a:t>Project </a:t>
            </a:r>
          </a:p>
          <a:p>
            <a:pPr algn="ctr"/>
            <a:r>
              <a:rPr lang="ko-KR" altLang="en-US" sz="1000" dirty="0" smtClean="0"/>
              <a:t>파일 및 폴더를 </a:t>
            </a:r>
            <a:r>
              <a:rPr lang="en-US" altLang="ko-KR" sz="1000" dirty="0" smtClean="0"/>
              <a:t>ignore </a:t>
            </a:r>
            <a:r>
              <a:rPr lang="ko-KR" altLang="en-US" sz="1000" dirty="0" smtClean="0"/>
              <a:t>시킴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0676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8763288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사각형 설명선 7"/>
          <p:cNvSpPr/>
          <p:nvPr/>
        </p:nvSpPr>
        <p:spPr>
          <a:xfrm>
            <a:off x="323528" y="4956444"/>
            <a:ext cx="2448272" cy="992836"/>
          </a:xfrm>
          <a:prstGeom prst="wedgeRectCallout">
            <a:avLst>
              <a:gd name="adj1" fmla="val -5202"/>
              <a:gd name="adj2" fmla="val -2137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3</a:t>
            </a:r>
            <a:r>
              <a:rPr lang="ko-KR" altLang="en-US" sz="1000" dirty="0" smtClean="0"/>
              <a:t>개 폴더 추가 생성</a:t>
            </a:r>
            <a:endParaRPr lang="ko-KR" altLang="en-US" sz="1000" dirty="0"/>
          </a:p>
        </p:txBody>
      </p:sp>
      <p:sp>
        <p:nvSpPr>
          <p:cNvPr id="9" name="사각형 설명선 8"/>
          <p:cNvSpPr/>
          <p:nvPr/>
        </p:nvSpPr>
        <p:spPr>
          <a:xfrm>
            <a:off x="5724128" y="3573016"/>
            <a:ext cx="2448272" cy="992836"/>
          </a:xfrm>
          <a:prstGeom prst="wedgeRectCallout">
            <a:avLst>
              <a:gd name="adj1" fmla="val -5202"/>
              <a:gd name="adj2" fmla="val -2137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3</a:t>
            </a:r>
            <a:r>
              <a:rPr lang="ko-KR" altLang="en-US" sz="1000" dirty="0" smtClean="0"/>
              <a:t>위 </a:t>
            </a:r>
            <a:r>
              <a:rPr lang="en-US" altLang="ko-KR" sz="1000" dirty="0" smtClean="0"/>
              <a:t>4</a:t>
            </a:r>
            <a:r>
              <a:rPr lang="ko-KR" altLang="en-US" sz="1000" dirty="0" smtClean="0"/>
              <a:t>개 경로를 맞춤</a:t>
            </a:r>
            <a:endParaRPr lang="ko-KR" altLang="en-US" sz="1000" dirty="0"/>
          </a:p>
        </p:txBody>
      </p:sp>
      <p:sp>
        <p:nvSpPr>
          <p:cNvPr id="10" name="사각형 설명선 9"/>
          <p:cNvSpPr/>
          <p:nvPr/>
        </p:nvSpPr>
        <p:spPr>
          <a:xfrm>
            <a:off x="3779912" y="5548304"/>
            <a:ext cx="2448272" cy="992836"/>
          </a:xfrm>
          <a:prstGeom prst="wedgeRectCallout">
            <a:avLst>
              <a:gd name="adj1" fmla="val -40738"/>
              <a:gd name="adj2" fmla="val -1198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서버 시작한 후 </a:t>
            </a:r>
            <a:r>
              <a:rPr lang="en-US" altLang="ko-KR" sz="1000" dirty="0" smtClean="0"/>
              <a:t>3</a:t>
            </a:r>
            <a:r>
              <a:rPr lang="ko-KR" altLang="en-US" sz="1000" dirty="0" smtClean="0"/>
              <a:t>개 폴더 </a:t>
            </a:r>
            <a:r>
              <a:rPr lang="en-US" altLang="ko-KR" sz="1000" dirty="0" smtClean="0"/>
              <a:t>ignore </a:t>
            </a:r>
            <a:r>
              <a:rPr lang="ko-KR" altLang="en-US" sz="1000" dirty="0" smtClean="0"/>
              <a:t>추가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1792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93</Words>
  <Application>Microsoft Office PowerPoint</Application>
  <PresentationFormat>화면 슬라이드 쇼(4:3)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yunho</dc:creator>
  <cp:lastModifiedBy>yunho</cp:lastModifiedBy>
  <cp:revision>5</cp:revision>
  <dcterms:created xsi:type="dcterms:W3CDTF">2017-05-01T04:36:43Z</dcterms:created>
  <dcterms:modified xsi:type="dcterms:W3CDTF">2017-05-01T05:30:04Z</dcterms:modified>
</cp:coreProperties>
</file>