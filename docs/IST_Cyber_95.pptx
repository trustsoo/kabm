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553200" cy="4610100"/>
  <p:notesSz cx="6553200" cy="46101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4" d="100"/>
          <a:sy n="134" d="100"/>
        </p:scale>
        <p:origin x="780" y="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1490" y="1429131"/>
            <a:ext cx="5570220" cy="968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82980" y="2581656"/>
            <a:ext cx="4587240" cy="1152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7660" y="1060323"/>
            <a:ext cx="2850642" cy="3042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374898" y="1060323"/>
            <a:ext cx="2850642" cy="3042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183123" y="3831335"/>
            <a:ext cx="797560" cy="454659"/>
          </a:xfrm>
          <a:custGeom>
            <a:avLst/>
            <a:gdLst/>
            <a:ahLst/>
            <a:cxnLst/>
            <a:rect l="l" t="t" r="r" b="b"/>
            <a:pathLst>
              <a:path w="797560" h="454660">
                <a:moveTo>
                  <a:pt x="0" y="454151"/>
                </a:moveTo>
                <a:lnTo>
                  <a:pt x="797051" y="454151"/>
                </a:lnTo>
                <a:lnTo>
                  <a:pt x="797051" y="0"/>
                </a:lnTo>
                <a:lnTo>
                  <a:pt x="0" y="0"/>
                </a:lnTo>
                <a:lnTo>
                  <a:pt x="0" y="454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183123" y="3692652"/>
            <a:ext cx="797560" cy="139065"/>
          </a:xfrm>
          <a:custGeom>
            <a:avLst/>
            <a:gdLst/>
            <a:ahLst/>
            <a:cxnLst/>
            <a:rect l="l" t="t" r="r" b="b"/>
            <a:pathLst>
              <a:path w="797560" h="139064">
                <a:moveTo>
                  <a:pt x="0" y="138684"/>
                </a:moveTo>
                <a:lnTo>
                  <a:pt x="797051" y="138684"/>
                </a:lnTo>
                <a:lnTo>
                  <a:pt x="797051" y="0"/>
                </a:lnTo>
                <a:lnTo>
                  <a:pt x="0" y="0"/>
                </a:lnTo>
                <a:lnTo>
                  <a:pt x="0" y="138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660" y="184404"/>
            <a:ext cx="5897880" cy="7376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660" y="1060323"/>
            <a:ext cx="5897880" cy="3042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28088" y="4287393"/>
            <a:ext cx="2097024" cy="230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27660" y="4287393"/>
            <a:ext cx="1507236" cy="230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18304" y="4287393"/>
            <a:ext cx="1507236" cy="230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9884" y="4308144"/>
            <a:ext cx="1348105" cy="13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10" dirty="0">
                <a:latin typeface="Gulim"/>
                <a:cs typeface="Gulim"/>
              </a:rPr>
              <a:t>서식</a:t>
            </a:r>
            <a:r>
              <a:rPr sz="750" spc="10" dirty="0">
                <a:latin typeface="Batang"/>
                <a:cs typeface="Batang"/>
              </a:rPr>
              <a:t>44</a:t>
            </a:r>
            <a:r>
              <a:rPr sz="750" spc="10" dirty="0">
                <a:latin typeface="Gulim"/>
                <a:cs typeface="Gulim"/>
              </a:rPr>
              <a:t>호 </a:t>
            </a:r>
            <a:r>
              <a:rPr sz="750" spc="50" dirty="0">
                <a:latin typeface="Batang"/>
                <a:cs typeface="Batang"/>
              </a:rPr>
              <a:t>182mm </a:t>
            </a:r>
            <a:r>
              <a:rPr sz="750" spc="105" dirty="0">
                <a:latin typeface="Batang"/>
                <a:cs typeface="Batang"/>
              </a:rPr>
              <a:t>X</a:t>
            </a:r>
            <a:r>
              <a:rPr sz="750" spc="-85" dirty="0">
                <a:latin typeface="Batang"/>
                <a:cs typeface="Batang"/>
              </a:rPr>
              <a:t> </a:t>
            </a:r>
            <a:r>
              <a:rPr sz="750" spc="50" dirty="0">
                <a:latin typeface="Batang"/>
                <a:cs typeface="Batang"/>
              </a:rPr>
              <a:t>128mm</a:t>
            </a:r>
            <a:endParaRPr sz="750">
              <a:latin typeface="Batang"/>
              <a:cs typeface="Batang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66181" y="3346704"/>
            <a:ext cx="914400" cy="906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585347"/>
              </p:ext>
            </p:extLst>
          </p:nvPr>
        </p:nvGraphicFramePr>
        <p:xfrm>
          <a:off x="123822" y="318516"/>
          <a:ext cx="6304914" cy="3959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088">
                <a:tc>
                  <a:txBody>
                    <a:bodyPr/>
                    <a:lstStyle/>
                    <a:p>
                      <a:pPr marR="89916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155700" algn="r">
                        <a:lnSpc>
                          <a:spcPct val="100000"/>
                        </a:lnSpc>
                      </a:pPr>
                      <a:r>
                        <a:rPr sz="900" dirty="0">
                          <a:latin typeface="Gulim"/>
                          <a:cs typeface="Gulim"/>
                        </a:rPr>
                        <a:t>제</a:t>
                      </a:r>
                      <a:endParaRPr sz="900">
                        <a:latin typeface="Gulim"/>
                        <a:cs typeface="Gulim"/>
                      </a:endParaRPr>
                    </a:p>
                    <a:p>
                      <a:pPr marR="89916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58875" marR="899160" algn="ctr">
                        <a:lnSpc>
                          <a:spcPct val="100000"/>
                        </a:lnSpc>
                        <a:tabLst>
                          <a:tab pos="2133600" algn="l"/>
                          <a:tab pos="3104515" algn="l"/>
                        </a:tabLst>
                      </a:pPr>
                      <a:r>
                        <a:rPr sz="2600" b="0" dirty="0">
                          <a:latin typeface="Adobe Gothic Std L"/>
                          <a:cs typeface="Adobe Gothic Std L"/>
                        </a:rPr>
                        <a:t>영	수	증</a:t>
                      </a:r>
                      <a:endParaRPr sz="2600">
                        <a:latin typeface="Adobe Gothic Std L"/>
                        <a:cs typeface="Adobe Gothic Std L"/>
                      </a:endParaRPr>
                    </a:p>
                    <a:p>
                      <a:pPr marR="899160"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307340" algn="ctr">
                        <a:lnSpc>
                          <a:spcPct val="100000"/>
                        </a:lnSpc>
                        <a:spcBef>
                          <a:spcPts val="2280"/>
                        </a:spcBef>
                        <a:tabLst>
                          <a:tab pos="2451735" algn="l"/>
                          <a:tab pos="3253104" algn="l"/>
                          <a:tab pos="5142865" algn="l"/>
                        </a:tabLst>
                      </a:pPr>
                      <a:r>
                        <a:rPr sz="1800" u="heavy" spc="-434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Gulim"/>
                          <a:cs typeface="Gulim"/>
                        </a:rPr>
                        <a:t>일금	원정</a:t>
                      </a:r>
                      <a:r>
                        <a:rPr sz="1800" dirty="0">
                          <a:latin typeface="Gulim"/>
                          <a:cs typeface="Gulim"/>
                        </a:rPr>
                        <a:t>	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ulim"/>
                          <a:cs typeface="Gulim"/>
                        </a:rPr>
                        <a:t> ￦	</a:t>
                      </a:r>
                      <a:endParaRPr sz="1800">
                        <a:latin typeface="Gulim"/>
                        <a:cs typeface="Gulim"/>
                      </a:endParaRPr>
                    </a:p>
                    <a:p>
                      <a:pPr marL="309880" marR="899160">
                        <a:lnSpc>
                          <a:spcPct val="100000"/>
                        </a:lnSpc>
                        <a:spcBef>
                          <a:spcPts val="1080"/>
                        </a:spcBef>
                        <a:tabLst>
                          <a:tab pos="1052195" algn="l"/>
                        </a:tabLst>
                      </a:pPr>
                      <a:r>
                        <a:rPr sz="1600" b="0" spc="5" dirty="0">
                          <a:latin typeface="Adobe Gothic Std L"/>
                          <a:cs typeface="Adobe Gothic Std L"/>
                        </a:rPr>
                        <a:t>내역</a:t>
                      </a:r>
                      <a:r>
                        <a:rPr sz="1600" b="0" spc="23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600" b="0" spc="130" dirty="0">
                          <a:latin typeface="Adobe Gothic Std L"/>
                          <a:cs typeface="Adobe Gothic Std L"/>
                        </a:rPr>
                        <a:t>:	</a:t>
                      </a:r>
                      <a:r>
                        <a:rPr sz="1400" b="0" dirty="0">
                          <a:latin typeface="Adobe Gothic Std L"/>
                          <a:cs typeface="Adobe Gothic Std L"/>
                        </a:rPr>
                        <a:t>위생교육비</a:t>
                      </a:r>
                      <a:endParaRPr sz="1400">
                        <a:latin typeface="Adobe Gothic Std L"/>
                        <a:cs typeface="Adobe Gothic Std L"/>
                      </a:endParaRPr>
                    </a:p>
                    <a:p>
                      <a:pPr marL="1155065" marR="899160" algn="ctr">
                        <a:lnSpc>
                          <a:spcPct val="100000"/>
                        </a:lnSpc>
                        <a:spcBef>
                          <a:spcPts val="675"/>
                        </a:spcBef>
                        <a:tabLst>
                          <a:tab pos="1750695" algn="l"/>
                          <a:tab pos="2574290" algn="l"/>
                          <a:tab pos="3169920" algn="l"/>
                        </a:tabLst>
                      </a:pPr>
                      <a:r>
                        <a:rPr sz="1800" dirty="0">
                          <a:latin typeface="Gulim"/>
                          <a:cs typeface="Gulim"/>
                        </a:rPr>
                        <a:t>상기	금액을	정히	</a:t>
                      </a:r>
                      <a:r>
                        <a:rPr sz="1800" spc="-5" dirty="0">
                          <a:latin typeface="Gulim"/>
                          <a:cs typeface="Gulim"/>
                        </a:rPr>
                        <a:t>영수함</a:t>
                      </a:r>
                      <a:r>
                        <a:rPr sz="1800" spc="-5" dirty="0">
                          <a:latin typeface="Lucida Console"/>
                          <a:cs typeface="Lucida Console"/>
                        </a:rPr>
                        <a:t>.</a:t>
                      </a:r>
                      <a:endParaRPr sz="1800">
                        <a:latin typeface="Lucida Console"/>
                        <a:cs typeface="Lucida Console"/>
                      </a:endParaRPr>
                    </a:p>
                    <a:p>
                      <a:pPr marR="1156335" algn="r">
                        <a:lnSpc>
                          <a:spcPct val="100000"/>
                        </a:lnSpc>
                        <a:spcBef>
                          <a:spcPts val="1480"/>
                        </a:spcBef>
                        <a:tabLst>
                          <a:tab pos="536575" algn="l"/>
                        </a:tabLst>
                      </a:pPr>
                      <a:r>
                        <a:rPr sz="1200" b="0" dirty="0">
                          <a:latin typeface="Adobe Gothic Std L"/>
                          <a:cs typeface="Adobe Gothic Std L"/>
                        </a:rPr>
                        <a:t>년	월</a:t>
                      </a:r>
                      <a:endParaRPr sz="1200">
                        <a:latin typeface="Adobe Gothic Std L"/>
                        <a:cs typeface="Adobe Gothic Std 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1200" b="0" dirty="0">
                          <a:latin typeface="Adobe Gothic Std L"/>
                          <a:cs typeface="Adobe Gothic Std L"/>
                        </a:rPr>
                        <a:t>일</a:t>
                      </a:r>
                      <a:endParaRPr sz="1200">
                        <a:latin typeface="Adobe Gothic Std L"/>
                        <a:cs typeface="Adobe Gothic Std 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R="3810"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Gulim"/>
                          <a:cs typeface="Gulim"/>
                        </a:rPr>
                        <a:t>호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635">
                <a:tc rowSpan="2" gridSpan="2">
                  <a:txBody>
                    <a:bodyPr/>
                    <a:lstStyle/>
                    <a:p>
                      <a:pPr marL="1083310">
                        <a:lnSpc>
                          <a:spcPts val="1430"/>
                        </a:lnSpc>
                      </a:pPr>
                      <a:r>
                        <a:rPr sz="1575" spc="7" baseline="42328" dirty="0">
                          <a:latin typeface="Gulim"/>
                          <a:cs typeface="Gulim"/>
                        </a:rPr>
                        <a:t>사단</a:t>
                      </a:r>
                      <a:r>
                        <a:rPr sz="1575" spc="247" baseline="42328" dirty="0">
                          <a:latin typeface="Gulim"/>
                          <a:cs typeface="Gulim"/>
                        </a:rPr>
                        <a:t> </a:t>
                      </a:r>
                      <a:r>
                        <a:rPr sz="1800" b="0" spc="-35" dirty="0">
                          <a:latin typeface="Adobe Gothic Std L"/>
                          <a:cs typeface="Adobe Gothic Std L"/>
                        </a:rPr>
                        <a:t>한국건물위생관리협회장</a:t>
                      </a:r>
                      <a:endParaRPr sz="1800">
                        <a:latin typeface="Adobe Gothic Std L"/>
                        <a:cs typeface="Adobe Gothic Std L"/>
                      </a:endParaRPr>
                    </a:p>
                    <a:p>
                      <a:pPr marL="1083310">
                        <a:lnSpc>
                          <a:spcPts val="785"/>
                        </a:lnSpc>
                      </a:pPr>
                      <a:r>
                        <a:rPr sz="1050" spc="5" dirty="0">
                          <a:latin typeface="Gulim"/>
                          <a:cs typeface="Gulim"/>
                        </a:rPr>
                        <a:t>법인</a:t>
                      </a:r>
                      <a:endParaRPr sz="1050">
                        <a:latin typeface="Gulim"/>
                        <a:cs typeface="Gulim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865"/>
                        </a:lnSpc>
                        <a:spcBef>
                          <a:spcPts val="105"/>
                        </a:spcBef>
                      </a:pPr>
                      <a:r>
                        <a:rPr sz="750" spc="-10" dirty="0">
                          <a:latin typeface="Gulim"/>
                          <a:cs typeface="Gulim"/>
                        </a:rPr>
                        <a:t>담 당</a:t>
                      </a:r>
                      <a:r>
                        <a:rPr sz="750" spc="-20" dirty="0">
                          <a:latin typeface="Gulim"/>
                          <a:cs typeface="Gulim"/>
                        </a:rPr>
                        <a:t> </a:t>
                      </a:r>
                      <a:r>
                        <a:rPr sz="750" spc="-10" dirty="0">
                          <a:latin typeface="Gulim"/>
                          <a:cs typeface="Gulim"/>
                        </a:rPr>
                        <a:t>자</a:t>
                      </a:r>
                      <a:endParaRPr sz="750">
                        <a:latin typeface="Gulim"/>
                        <a:cs typeface="Gulim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 flipV="1">
            <a:off x="4038600" y="628650"/>
            <a:ext cx="2019935" cy="54102"/>
          </a:xfrm>
          <a:custGeom>
            <a:avLst/>
            <a:gdLst/>
            <a:ahLst/>
            <a:cxnLst/>
            <a:rect l="l" t="t" r="r" b="b"/>
            <a:pathLst>
              <a:path w="1181735">
                <a:moveTo>
                  <a:pt x="0" y="0"/>
                </a:moveTo>
                <a:lnTo>
                  <a:pt x="118135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2337" y="1652016"/>
            <a:ext cx="3028315" cy="10160"/>
          </a:xfrm>
          <a:custGeom>
            <a:avLst/>
            <a:gdLst/>
            <a:ahLst/>
            <a:cxnLst/>
            <a:rect l="l" t="t" r="r" b="b"/>
            <a:pathLst>
              <a:path w="3028315" h="10160">
                <a:moveTo>
                  <a:pt x="0" y="9779"/>
                </a:moveTo>
                <a:lnTo>
                  <a:pt x="302806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43</Words>
  <Application>Microsoft Office PowerPoint</Application>
  <PresentationFormat>사용자 지정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Adobe Gothic Std L</vt:lpstr>
      <vt:lpstr>Gulim</vt:lpstr>
      <vt:lpstr>Batang</vt:lpstr>
      <vt:lpstr>Calibri</vt:lpstr>
      <vt:lpstr>Lucida Console</vt:lpstr>
      <vt:lpstr>Times New Roman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UBICUS-141</dc:creator>
  <cp:lastModifiedBy>choi sungsoo</cp:lastModifiedBy>
  <cp:revision>2</cp:revision>
  <dcterms:created xsi:type="dcterms:W3CDTF">2021-01-05T01:48:51Z</dcterms:created>
  <dcterms:modified xsi:type="dcterms:W3CDTF">2021-01-05T02:02:09Z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2021-01-05T00:00:00Z</vt:filetime>
  </property>
</Properties>
</file>