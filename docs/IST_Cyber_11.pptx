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9750"/>
  <p:notesSz cx="7556500" cy="10699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4.jpg"/><Relationship Id="rId11" Type="http://schemas.openxmlformats.org/officeDocument/2006/relationships/image" Target="../media/image5.jpg"/><Relationship Id="rId12" Type="http://schemas.openxmlformats.org/officeDocument/2006/relationships/image" Target="../media/image6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939533" y="2331466"/>
            <a:ext cx="216026" cy="5903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959477" y="603504"/>
            <a:ext cx="2304033" cy="1943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67562" y="2331466"/>
            <a:ext cx="216027" cy="59039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423544" y="7947406"/>
            <a:ext cx="6911975" cy="24480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5283453" y="8631428"/>
            <a:ext cx="1224026" cy="12240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423544" y="603504"/>
            <a:ext cx="2304034" cy="19439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63622" y="2102739"/>
            <a:ext cx="243560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  <a:tabLst>
                <a:tab pos="1050925" algn="l"/>
                <a:tab pos="1965325" algn="l"/>
              </a:tabLst>
            </a:pPr>
            <a:r>
              <a:rPr dirty="0"/>
              <a:t>수	료	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839" y="5581014"/>
            <a:ext cx="5768975" cy="16814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just" marL="12700" marR="5080" indent="251460">
              <a:lnSpc>
                <a:spcPct val="148700"/>
              </a:lnSpc>
              <a:spcBef>
                <a:spcPts val="290"/>
              </a:spcBef>
            </a:pPr>
            <a:r>
              <a:rPr dirty="0" sz="1800" spc="-10">
                <a:latin typeface="Batang"/>
                <a:cs typeface="Batang"/>
              </a:rPr>
              <a:t>귀하는 </a:t>
            </a:r>
            <a:r>
              <a:rPr dirty="0" sz="1800" spc="-15">
                <a:latin typeface="Batang"/>
                <a:cs typeface="Batang"/>
              </a:rPr>
              <a:t>공중위생관리법 </a:t>
            </a:r>
            <a:r>
              <a:rPr dirty="0" sz="1800" spc="-100">
                <a:latin typeface="Batang"/>
                <a:cs typeface="Batang"/>
              </a:rPr>
              <a:t>제17조 </a:t>
            </a:r>
            <a:r>
              <a:rPr dirty="0" sz="1800">
                <a:latin typeface="Batang"/>
                <a:cs typeface="Batang"/>
              </a:rPr>
              <a:t>및 </a:t>
            </a:r>
            <a:r>
              <a:rPr dirty="0" sz="1800" spc="-10">
                <a:latin typeface="Batang"/>
                <a:cs typeface="Batang"/>
              </a:rPr>
              <a:t>같은 </a:t>
            </a:r>
            <a:r>
              <a:rPr dirty="0" sz="1800">
                <a:latin typeface="Batang"/>
                <a:cs typeface="Batang"/>
              </a:rPr>
              <a:t>법 </a:t>
            </a:r>
            <a:r>
              <a:rPr dirty="0" sz="1800" spc="-15">
                <a:latin typeface="Batang"/>
                <a:cs typeface="Batang"/>
              </a:rPr>
              <a:t>시행규칙 </a:t>
            </a:r>
            <a:r>
              <a:rPr dirty="0" sz="1800" spc="565">
                <a:latin typeface="Batang"/>
                <a:cs typeface="Batang"/>
              </a:rPr>
              <a:t> </a:t>
            </a:r>
            <a:r>
              <a:rPr dirty="0" sz="1800" spc="-45">
                <a:latin typeface="Batang"/>
                <a:cs typeface="Batang"/>
              </a:rPr>
              <a:t>제23조의 </a:t>
            </a:r>
            <a:r>
              <a:rPr dirty="0" sz="1800" spc="20">
                <a:latin typeface="Batang"/>
                <a:cs typeface="Batang"/>
              </a:rPr>
              <a:t>규정에 </a:t>
            </a:r>
            <a:r>
              <a:rPr dirty="0" sz="1800" spc="15">
                <a:latin typeface="Batang"/>
                <a:cs typeface="Batang"/>
              </a:rPr>
              <a:t>따라 </a:t>
            </a:r>
            <a:r>
              <a:rPr dirty="0" sz="1800" spc="25">
                <a:latin typeface="Batang"/>
                <a:cs typeface="Batang"/>
              </a:rPr>
              <a:t>우리협회에서 </a:t>
            </a:r>
            <a:r>
              <a:rPr dirty="0" sz="1800" spc="20">
                <a:latin typeface="Batang"/>
                <a:cs typeface="Batang"/>
              </a:rPr>
              <a:t>실시한 </a:t>
            </a:r>
            <a:r>
              <a:rPr dirty="0" sz="1800" spc="35">
                <a:latin typeface="Batang"/>
                <a:cs typeface="Batang"/>
              </a:rPr>
              <a:t>신규개설  </a:t>
            </a:r>
            <a:r>
              <a:rPr dirty="0" sz="1800">
                <a:latin typeface="Batang"/>
                <a:cs typeface="Batang"/>
              </a:rPr>
              <a:t>및 </a:t>
            </a:r>
            <a:r>
              <a:rPr dirty="0" sz="1800" spc="50">
                <a:latin typeface="Batang"/>
                <a:cs typeface="Batang"/>
              </a:rPr>
              <a:t>승계자 온라인 </a:t>
            </a:r>
            <a:r>
              <a:rPr dirty="0" sz="1800" spc="60">
                <a:latin typeface="Batang"/>
                <a:cs typeface="Batang"/>
              </a:rPr>
              <a:t>위생교육을 </a:t>
            </a:r>
            <a:r>
              <a:rPr dirty="0" sz="1800" spc="35">
                <a:latin typeface="Batang"/>
                <a:cs typeface="Batang"/>
              </a:rPr>
              <a:t>이수 </a:t>
            </a:r>
            <a:r>
              <a:rPr dirty="0" sz="1800" spc="60">
                <a:latin typeface="Batang"/>
                <a:cs typeface="Batang"/>
              </a:rPr>
              <a:t>하였으므로 </a:t>
            </a:r>
            <a:r>
              <a:rPr dirty="0" sz="1800" spc="75">
                <a:latin typeface="Batang"/>
                <a:cs typeface="Batang"/>
              </a:rPr>
              <a:t>이에  </a:t>
            </a:r>
            <a:r>
              <a:rPr dirty="0" sz="1800" spc="55">
                <a:latin typeface="Batang"/>
                <a:cs typeface="Batang"/>
              </a:rPr>
              <a:t>수료증을</a:t>
            </a:r>
            <a:r>
              <a:rPr dirty="0" sz="1800" spc="445">
                <a:latin typeface="Batang"/>
                <a:cs typeface="Batang"/>
              </a:rPr>
              <a:t> </a:t>
            </a:r>
            <a:r>
              <a:rPr dirty="0" sz="1800" spc="135">
                <a:latin typeface="Batang"/>
                <a:cs typeface="Batang"/>
              </a:rPr>
              <a:t>수여합니다.</a:t>
            </a:r>
            <a:endParaRPr sz="1800">
              <a:latin typeface="Batang"/>
              <a:cs typeface="Batang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3794" y="9115425"/>
            <a:ext cx="43332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00"/>
              </a:spcBef>
            </a:pPr>
            <a:r>
              <a:rPr dirty="0" sz="1400">
                <a:latin typeface="Batang"/>
                <a:cs typeface="Batang"/>
              </a:rPr>
              <a:t>사단</a:t>
            </a:r>
            <a:endParaRPr sz="1400">
              <a:latin typeface="Batang"/>
              <a:cs typeface="Batang"/>
            </a:endParaRPr>
          </a:p>
          <a:p>
            <a:pPr marL="12700">
              <a:lnSpc>
                <a:spcPts val="2520"/>
              </a:lnSpc>
            </a:pPr>
            <a:r>
              <a:rPr dirty="0" sz="1400">
                <a:latin typeface="Batang"/>
                <a:cs typeface="Batang"/>
              </a:rPr>
              <a:t>법인</a:t>
            </a:r>
            <a:r>
              <a:rPr dirty="0" sz="1400" spc="-229">
                <a:latin typeface="Batang"/>
                <a:cs typeface="Batang"/>
              </a:rPr>
              <a:t> </a:t>
            </a:r>
            <a:r>
              <a:rPr dirty="0" sz="2800">
                <a:latin typeface="Batang"/>
                <a:cs typeface="Batang"/>
              </a:rPr>
              <a:t>한국건물위생관리협회장</a:t>
            </a:r>
            <a:endParaRPr sz="2800">
              <a:latin typeface="Batang"/>
              <a:cs typeface="Bata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866" y="3291331"/>
            <a:ext cx="1181100" cy="171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065" algn="l"/>
              </a:tabLst>
            </a:pPr>
            <a:r>
              <a:rPr dirty="0" sz="1400">
                <a:latin typeface="Batang"/>
                <a:cs typeface="Batang"/>
              </a:rPr>
              <a:t>성	</a:t>
            </a:r>
            <a:r>
              <a:rPr dirty="0" sz="1400" spc="114">
                <a:latin typeface="Batang"/>
                <a:cs typeface="Batang"/>
              </a:rPr>
              <a:t>명:</a:t>
            </a:r>
            <a:endParaRPr sz="1400">
              <a:latin typeface="Batang"/>
              <a:cs typeface="Batang"/>
            </a:endParaRPr>
          </a:p>
          <a:p>
            <a:pPr marL="12700" marR="5080">
              <a:lnSpc>
                <a:spcPts val="2840"/>
              </a:lnSpc>
              <a:spcBef>
                <a:spcPts val="280"/>
              </a:spcBef>
              <a:tabLst>
                <a:tab pos="634365" algn="l"/>
              </a:tabLst>
            </a:pPr>
            <a:r>
              <a:rPr dirty="0" sz="1400" spc="25">
                <a:latin typeface="Batang"/>
                <a:cs typeface="Batang"/>
              </a:rPr>
              <a:t>주민등록번호:  </a:t>
            </a:r>
            <a:r>
              <a:rPr dirty="0" sz="1400" spc="25">
                <a:latin typeface="Batang"/>
                <a:cs typeface="Batang"/>
              </a:rPr>
              <a:t>자</a:t>
            </a:r>
            <a:r>
              <a:rPr dirty="0" sz="1400" spc="229">
                <a:latin typeface="Batang"/>
                <a:cs typeface="Batang"/>
              </a:rPr>
              <a:t> </a:t>
            </a:r>
            <a:r>
              <a:rPr dirty="0" sz="1400">
                <a:latin typeface="Batang"/>
                <a:cs typeface="Batang"/>
              </a:rPr>
              <a:t>택	주</a:t>
            </a:r>
            <a:r>
              <a:rPr dirty="0" sz="1400" spc="135">
                <a:latin typeface="Batang"/>
                <a:cs typeface="Batang"/>
              </a:rPr>
              <a:t> </a:t>
            </a:r>
            <a:r>
              <a:rPr dirty="0" sz="1400" spc="114">
                <a:latin typeface="Batang"/>
                <a:cs typeface="Batang"/>
              </a:rPr>
              <a:t>소:</a:t>
            </a:r>
            <a:endParaRPr sz="1400">
              <a:latin typeface="Batang"/>
              <a:cs typeface="Batang"/>
            </a:endParaRPr>
          </a:p>
          <a:p>
            <a:pPr marL="12700" marR="5080">
              <a:lnSpc>
                <a:spcPts val="2840"/>
              </a:lnSpc>
              <a:spcBef>
                <a:spcPts val="275"/>
              </a:spcBef>
              <a:tabLst>
                <a:tab pos="456565" algn="l"/>
                <a:tab pos="901065" algn="l"/>
              </a:tabLst>
            </a:pPr>
            <a:r>
              <a:rPr dirty="0" sz="1400">
                <a:latin typeface="Batang"/>
                <a:cs typeface="Batang"/>
              </a:rPr>
              <a:t>회	사	</a:t>
            </a:r>
            <a:r>
              <a:rPr dirty="0" sz="1400" spc="85">
                <a:latin typeface="Batang"/>
                <a:cs typeface="Batang"/>
              </a:rPr>
              <a:t>명:  </a:t>
            </a:r>
            <a:r>
              <a:rPr dirty="0" sz="1400" spc="30">
                <a:latin typeface="Batang"/>
                <a:cs typeface="Batang"/>
              </a:rPr>
              <a:t>영업장소재지: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3480" y="423418"/>
            <a:ext cx="1259967" cy="1296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5799" y="1454277"/>
            <a:ext cx="152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Batang"/>
                <a:cs typeface="Batang"/>
              </a:rPr>
              <a:t>제</a:t>
            </a:r>
            <a:endParaRPr sz="1000">
              <a:latin typeface="Batang"/>
              <a:cs typeface="Batang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4799" y="1454277"/>
            <a:ext cx="152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Batang"/>
                <a:cs typeface="Batang"/>
              </a:rPr>
              <a:t>호</a:t>
            </a:r>
            <a:endParaRPr sz="1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FastReport</dc:creator>
  <dc:subject>FastReport PDF export</dc:subject>
  <dcterms:created xsi:type="dcterms:W3CDTF">2021-01-05T01:45:54Z</dcterms:created>
  <dcterms:modified xsi:type="dcterms:W3CDTF">2021-01-05T01:45:54Z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2017-05-15T00:00:00Z</vt:filetime>
  </property>
  <property fmtid="{D5CDD505-2E9C-101B-9397-08002B2CF9AE}" pid="3" name="LastSaved">
    <vt:filetime>2021-01-05T00:00:00Z</vt:filetime>
  </property>
</Properties>
</file>